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732" r:id="rId2"/>
  </p:sldMasterIdLst>
  <p:notesMasterIdLst>
    <p:notesMasterId r:id="rId18"/>
  </p:notesMasterIdLst>
  <p:handoutMasterIdLst>
    <p:handoutMasterId r:id="rId19"/>
  </p:handoutMasterIdLst>
  <p:sldIdLst>
    <p:sldId id="388" r:id="rId3"/>
    <p:sldId id="2147478560" r:id="rId4"/>
    <p:sldId id="2147482551" r:id="rId5"/>
    <p:sldId id="2147482552" r:id="rId6"/>
    <p:sldId id="389" r:id="rId7"/>
    <p:sldId id="2147482549" r:id="rId8"/>
    <p:sldId id="2147482541" r:id="rId9"/>
    <p:sldId id="380" r:id="rId10"/>
    <p:sldId id="365" r:id="rId11"/>
    <p:sldId id="2147482550" r:id="rId12"/>
    <p:sldId id="370" r:id="rId13"/>
    <p:sldId id="2147482553" r:id="rId14"/>
    <p:sldId id="384" r:id="rId15"/>
    <p:sldId id="366" r:id="rId16"/>
    <p:sldId id="21474825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5888D97-1EEC-2349-A0A6-792F2F2A08D0}">
          <p14:sldIdLst>
            <p14:sldId id="388"/>
            <p14:sldId id="2147478560"/>
            <p14:sldId id="2147482551"/>
            <p14:sldId id="2147482552"/>
            <p14:sldId id="389"/>
            <p14:sldId id="2147482549"/>
            <p14:sldId id="2147482541"/>
            <p14:sldId id="380"/>
            <p14:sldId id="365"/>
            <p14:sldId id="2147482550"/>
            <p14:sldId id="370"/>
            <p14:sldId id="2147482553"/>
            <p14:sldId id="384"/>
            <p14:sldId id="366"/>
          </p14:sldIdLst>
        </p14:section>
        <p14:section name="appendix" id="{DFEE1233-A292-7448-A339-439835488738}">
          <p14:sldIdLst>
            <p14:sldId id="21474825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D25"/>
    <a:srgbClr val="1A0033"/>
    <a:srgbClr val="FCFCFD"/>
    <a:srgbClr val="7F1EE7"/>
    <a:srgbClr val="0000A3"/>
    <a:srgbClr val="B81EE7"/>
    <a:srgbClr val="5400AD"/>
    <a:srgbClr val="1D262F"/>
    <a:srgbClr val="2444C8"/>
    <a:srgbClr val="EB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0" autoAdjust="0"/>
    <p:restoredTop sz="96327" autoAdjust="0"/>
  </p:normalViewPr>
  <p:slideViewPr>
    <p:cSldViewPr snapToGrid="0">
      <p:cViewPr varScale="1">
        <p:scale>
          <a:sx n="127" d="100"/>
          <a:sy n="127" d="100"/>
        </p:scale>
        <p:origin x="192" y="376"/>
      </p:cViewPr>
      <p:guideLst>
        <p:guide orient="horz" pos="1296"/>
        <p:guide pos="3840"/>
      </p:guideLst>
    </p:cSldViewPr>
  </p:slid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404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97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/>
              <a:t>1-5pm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7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DD00-7782-EB4E-0AE0-F57EBEE4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AFA27-2117-AFB9-099B-3CAC105A8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B0C26-9228-E8F7-2EE1-1AF0397A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/>
              <a:t>network firewall の料金が高くなりそう: わたなべさん</a:t>
            </a:r>
          </a:p>
          <a:p>
            <a:r>
              <a:rPr lang="en-JP"/>
              <a:t>jepx system</a:t>
            </a:r>
          </a:p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2640C-CFB3-2FBF-D8D8-ADDCF8FF9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29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79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3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5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1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1902C-75F7-534A-DA79-C070E1D03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10707310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10574958" cy="584775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43EBB-89F7-CE68-C5FA-E5E366904B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C04B03E8-D7B7-5F73-88CC-D617AA83E3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4" y="1423988"/>
            <a:ext cx="10097862" cy="523220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r>
              <a:rPr kumimoji="1" lang="en-US" altLang="ja-JP" dirty="0"/>
              <a:t>Customer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9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603374-8180-8E01-BA18-DE11A6BC2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7" y="4366830"/>
            <a:ext cx="10459456" cy="584775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5812-9ABB-8591-F3F0-CA1C02DB1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10591807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4" name="テキスト プレースホルダー 13">
            <a:extLst>
              <a:ext uri="{FF2B5EF4-FFF2-40B4-BE49-F238E27FC236}">
                <a16:creationId xmlns:a16="http://schemas.microsoft.com/office/drawing/2014/main" id="{5E4754D6-8682-0954-B104-C7B95B32D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4" y="1423988"/>
            <a:ext cx="10564229" cy="523220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r>
              <a:rPr kumimoji="1" lang="en-US" altLang="ja-JP" dirty="0"/>
              <a:t>Customer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265AB5E-77C0-1B4E-7AF6-71F7343718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7" y="4366830"/>
            <a:ext cx="10631605" cy="584775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9DB8BB-A96F-21D2-BD02-CDCB6C0382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10631605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4" name="テキスト プレースホルダー 13">
            <a:extLst>
              <a:ext uri="{FF2B5EF4-FFF2-40B4-BE49-F238E27FC236}">
                <a16:creationId xmlns:a16="http://schemas.microsoft.com/office/drawing/2014/main" id="{0A694252-3DE4-FFD9-85AD-D4A16A12EE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4" y="1423988"/>
            <a:ext cx="10631605" cy="523220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r>
              <a:rPr kumimoji="1" lang="en-US" altLang="ja-JP" dirty="0"/>
              <a:t>Customer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22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3E1A9C0-25D4-6213-F6DE-1B604250E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9920440" cy="584775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B38457-CE92-7B1F-6614-6136E9F8F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10040760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337433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2F7587B-9987-686E-FBA3-C703A0359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3C931-F34B-7961-BC75-B4572B02FF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9968566" cy="584775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10088886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219837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BDDB8-98EE-F01A-753C-07B65A324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3C931-F34B-7961-BC75-B4572B02FF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7" y="1918337"/>
            <a:ext cx="9958941" cy="584775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10079261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92952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1613F95-1A80-214D-A7E5-AD11944D62D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84DFBC0-B325-572C-5CE1-6C080F6CD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6363"/>
            <a:ext cx="11247438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84196489-CD8A-281B-1EDE-9DD63DE4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155B7953-3D13-4E76-B6AA-EADFEA76BE2A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D8B37D1-DB44-94AC-D20A-7504C091B0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9356ED-54C0-AD03-2028-FEFC88C137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6363"/>
            <a:ext cx="11247438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DF1397A-188B-E44C-8056-19F1377F017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C0EBA330-A9BA-D5D8-37AC-B5CABD7B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7CEE6E54-3D0F-78E5-9860-69B73337B8B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FB5520A7-B5F3-E043-402C-C6C6417C33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9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267722-074B-A21B-E711-8760B52945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A2C8ABB-0507-9F46-BC97-23700EAD834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FC45F5C-9AFC-F8A2-A854-1526E20383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6363"/>
            <a:ext cx="11247438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4A46B114-7DC1-3BD6-D7DD-5F5581F9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94A1FC8D-EBC8-93AF-7653-CF2935912F77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306E4-A541-9621-99D8-DF0F72019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8BD4BB5-445F-504E-84B6-32B27CCDA07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2DCCFBB2-1C0C-90EF-9D44-DD70A814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2C0AD3-8E0A-E268-62C3-C4FC5A4FB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9C94132-084E-5749-9241-E3954A6E053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28B6B8-8E5D-CCC5-1806-0A8018C1A944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D209D7CF-DD7F-9A42-8EAA-D52D3DF8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0168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C3FBB-5E23-AF69-9744-2F6B8EFD3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BFD7CDE-BD1F-0848-896F-812B7EE6F296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4A711-3A53-0556-7C8C-BBE097FED1A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71AD1362-9648-3D35-80EE-637DB8C4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6544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9A2D94-1136-E0D2-3E6B-F8762074B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B50349A-6C40-AF41-9408-7F29CF1ECDB1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5991EA-CAC1-E0F6-9D55-149B6A0AE19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B16C4EC3-9DB9-5D26-6067-2CE0ACAF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602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914400"/>
            <a:ext cx="11449050" cy="341632"/>
          </a:xfr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23351B6-224F-FE4F-80D6-18D9DF7628E1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E1D695E9-9AD0-BBDB-0094-A37D71F2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BD694A3-209C-F746-B827-3AEE80A7841A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18FCA6E-0F0D-5B4E-AFC7-58FBEA64C921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F003766-63B8-A344-A39C-4692C563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068ED4C5-7753-0A2C-75BA-AA89D2EAF5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366A7C9-DE41-C84B-86A7-1002C32E5BE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7AFCBCE2-8E19-4BBF-FA80-FD6FBECE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C07B3CE8-DEC0-5E27-421B-DF6607987C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9144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ing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366A7C9-DE41-C84B-86A7-1002C32E5BE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7AFCBCE2-8E19-4BBF-FA80-FD6FBECE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C07B3CE8-DEC0-5E27-421B-DF6607987C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178510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5169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914400"/>
            <a:ext cx="1144905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1AD9039-7D4C-AD4B-95C3-184255BA011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1CEB8CBB-898A-6B83-9413-3CFAFF89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1E6FD42-A84E-4B97-F34D-3BE0025F3A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376363"/>
            <a:ext cx="11449050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914400"/>
            <a:ext cx="1144905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93BD501-BB25-DF4A-8462-41C9AFFE015C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C574A7A9-D8FD-29F4-B30E-1890D28E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9">
            <a:extLst>
              <a:ext uri="{FF2B5EF4-FFF2-40B4-BE49-F238E27FC236}">
                <a16:creationId xmlns:a16="http://schemas.microsoft.com/office/drawing/2014/main" id="{F620BE75-E250-A737-AFAB-9783E2CAE7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376363"/>
            <a:ext cx="11449050" cy="9144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5368F4-2030-03F3-1497-C6D85632C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8977DF7-5A31-B843-BBE0-610F133AC79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FFFB4-FF6D-9545-8FF8-67BC87137E2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EB6BB-732B-826B-70F6-0884CC3AB2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10" name="タイトル 9">
            <a:extLst>
              <a:ext uri="{FF2B5EF4-FFF2-40B4-BE49-F238E27FC236}">
                <a16:creationId xmlns:a16="http://schemas.microsoft.com/office/drawing/2014/main" id="{A3C6DF14-D6EE-381B-A0BC-D52B55B0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296409"/>
            <a:ext cx="6705081" cy="617991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1D1271BA-5394-F4E1-BD9E-537D69782C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376363"/>
            <a:ext cx="6705080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572058-8A2F-63B1-24B9-FF2FF1B020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378C26D-FEA4-074F-8344-D38276C4AB3A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EF575-8224-DA14-5D32-515D4952C56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20E4C-9187-3688-70E3-A4C82F7586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14" name="タイトル 9">
            <a:extLst>
              <a:ext uri="{FF2B5EF4-FFF2-40B4-BE49-F238E27FC236}">
                <a16:creationId xmlns:a16="http://schemas.microsoft.com/office/drawing/2014/main" id="{733FFED9-F143-5163-605B-87BB49BA3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96409"/>
            <a:ext cx="8399128" cy="617991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5" name="コンテンツ プレースホルダー 10">
            <a:extLst>
              <a:ext uri="{FF2B5EF4-FFF2-40B4-BE49-F238E27FC236}">
                <a16:creationId xmlns:a16="http://schemas.microsoft.com/office/drawing/2014/main" id="{FE3D3566-27D8-A2AD-CBED-BF64878069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7" y="1376363"/>
            <a:ext cx="8399127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255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68B873-04D3-AF11-8C29-6653AFF106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2F18F55-D172-6041-A5A9-743BA2A8FE05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10BDB074-DB97-4028-D275-5DD70D0C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0D136CB-8F17-EA3E-E835-54E63DA640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コンテンツ プレースホルダー 10">
            <a:extLst>
              <a:ext uri="{FF2B5EF4-FFF2-40B4-BE49-F238E27FC236}">
                <a16:creationId xmlns:a16="http://schemas.microsoft.com/office/drawing/2014/main" id="{5DB4EBEE-E438-F3BB-215D-168C0DE6E1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376363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DDAE40B-1F35-8049-BC7C-08375A29BB6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210BB3C9-9A0D-AE47-08BB-B2285E01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10">
            <a:extLst>
              <a:ext uri="{FF2B5EF4-FFF2-40B4-BE49-F238E27FC236}">
                <a16:creationId xmlns:a16="http://schemas.microsoft.com/office/drawing/2014/main" id="{F4A576BE-8714-8681-25BB-B80E6C4820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コンテンツ プレースホルダー 10">
            <a:extLst>
              <a:ext uri="{FF2B5EF4-FFF2-40B4-BE49-F238E27FC236}">
                <a16:creationId xmlns:a16="http://schemas.microsoft.com/office/drawing/2014/main" id="{97738474-9C32-2D28-C7C2-6F9E21905A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376363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9640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376363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0" y="1376363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630CC50-7AA9-DF44-A478-5366FACF038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9F94CF74-2003-FC08-4F30-7B41D2BD8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ED09891B-94DA-077D-6E1C-035647D980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2133600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コンテンツ プレースホルダー 10">
            <a:extLst>
              <a:ext uri="{FF2B5EF4-FFF2-40B4-BE49-F238E27FC236}">
                <a16:creationId xmlns:a16="http://schemas.microsoft.com/office/drawing/2014/main" id="{840D78B8-84B6-0D8B-2029-3FBC4E4191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2133600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385224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385224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385224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DC8B4FE-456C-074C-AAE4-932665FC33C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DC7E5FB8-166B-3408-7984-DE22F152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10">
            <a:extLst>
              <a:ext uri="{FF2B5EF4-FFF2-40B4-BE49-F238E27FC236}">
                <a16:creationId xmlns:a16="http://schemas.microsoft.com/office/drawing/2014/main" id="{E0652899-B90B-1F88-DDC4-7B02952C3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598" y="1754556"/>
            <a:ext cx="348386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10">
            <a:extLst>
              <a:ext uri="{FF2B5EF4-FFF2-40B4-BE49-F238E27FC236}">
                <a16:creationId xmlns:a16="http://schemas.microsoft.com/office/drawing/2014/main" id="{7F7B737A-5BE4-57D1-26B4-D50E825E5D9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54066" y="1754556"/>
            <a:ext cx="348386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0">
            <a:extLst>
              <a:ext uri="{FF2B5EF4-FFF2-40B4-BE49-F238E27FC236}">
                <a16:creationId xmlns:a16="http://schemas.microsoft.com/office/drawing/2014/main" id="{0E6344A3-930F-BFF8-C4C9-6613B92375C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93308" y="1754556"/>
            <a:ext cx="348386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E5A773C-CFD6-334B-9BF1-5D44C77F68BC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07417693-714F-94CA-6A48-CB52DCA9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コンテンツ プレースホルダー 10">
            <a:extLst>
              <a:ext uri="{FF2B5EF4-FFF2-40B4-BE49-F238E27FC236}">
                <a16:creationId xmlns:a16="http://schemas.microsoft.com/office/drawing/2014/main" id="{5CB21A06-B37D-E927-8F00-AD26DFBBFC0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9599" y="3652859"/>
            <a:ext cx="348386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コンテンツ プレースホルダー 10">
            <a:extLst>
              <a:ext uri="{FF2B5EF4-FFF2-40B4-BE49-F238E27FC236}">
                <a16:creationId xmlns:a16="http://schemas.microsoft.com/office/drawing/2014/main" id="{EDCB4340-B5CA-A583-FA72-B1B6D22227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48842" y="3652859"/>
            <a:ext cx="348386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コンテンツ プレースホルダー 10">
            <a:extLst>
              <a:ext uri="{FF2B5EF4-FFF2-40B4-BE49-F238E27FC236}">
                <a16:creationId xmlns:a16="http://schemas.microsoft.com/office/drawing/2014/main" id="{1252A568-F829-A02B-8D4A-6F7382B879E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096249" y="3652859"/>
            <a:ext cx="348386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376363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1774270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376363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1774270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376363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1774270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376363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1774270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87BA7E4-3102-1F47-921B-09918E42566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79345CF1-F951-D0EB-B382-7D0CAD4B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376363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376363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1B7E0C6-ECE9-A742-B884-3C7A6F081232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020137BC-C3CC-34D7-9718-78ED2C0D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EFBB76F-D5A6-D643-8C93-367890E695CF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5D2E6567-2180-12C6-EC23-91D3771A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288B96-C1E5-2142-BD46-FF811A1C161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E5E2C5D5-21F4-7332-03ED-0DDC54DD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96409"/>
            <a:ext cx="11449050" cy="617991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コンテンツ プレースホルダー 10">
            <a:extLst>
              <a:ext uri="{FF2B5EF4-FFF2-40B4-BE49-F238E27FC236}">
                <a16:creationId xmlns:a16="http://schemas.microsoft.com/office/drawing/2014/main" id="{0BD1CD14-1DF4-BBF4-BE45-00EEF08477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5248274" cy="206210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22350" indent="-342900">
              <a:buFont typeface="Arial" panose="020B0604020202020204" pitchFamily="34" charset="0"/>
              <a:buChar char="•"/>
              <a:defRPr/>
            </a:lvl2pPr>
            <a:lvl3pPr marL="965250" indent="-342900">
              <a:buFont typeface="Arial" panose="020B0604020202020204" pitchFamily="34" charset="0"/>
              <a:buChar char="•"/>
              <a:defRPr/>
            </a:lvl3pPr>
            <a:lvl4pPr marL="1081138" indent="-285750">
              <a:buFont typeface="Arial" panose="020B0604020202020204" pitchFamily="34" charset="0"/>
              <a:buChar char="•"/>
              <a:defRPr/>
            </a:lvl4pPr>
            <a:lvl5pPr marL="125258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D3027A2-F83E-2168-AF7B-7BAE8DEAA5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376363"/>
            <a:ext cx="5248274" cy="206210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22350" indent="-342900">
              <a:buFont typeface="Arial" panose="020B0604020202020204" pitchFamily="34" charset="0"/>
              <a:buChar char="•"/>
              <a:defRPr/>
            </a:lvl2pPr>
            <a:lvl3pPr marL="965250" indent="-342900">
              <a:buFont typeface="Arial" panose="020B0604020202020204" pitchFamily="34" charset="0"/>
              <a:buChar char="•"/>
              <a:defRPr/>
            </a:lvl3pPr>
            <a:lvl4pPr marL="1081138" indent="-285750">
              <a:buFont typeface="Arial" panose="020B0604020202020204" pitchFamily="34" charset="0"/>
              <a:buChar char="•"/>
              <a:defRPr/>
            </a:lvl4pPr>
            <a:lvl5pPr marL="125258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914400"/>
            <a:ext cx="1144905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B322C28-5DD2-9445-9C0F-B8137609E628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タイトル 7">
            <a:extLst>
              <a:ext uri="{FF2B5EF4-FFF2-40B4-BE49-F238E27FC236}">
                <a16:creationId xmlns:a16="http://schemas.microsoft.com/office/drawing/2014/main" id="{AED87B11-539E-661D-8A87-28D792E1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96409"/>
            <a:ext cx="11449050" cy="617991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D69D4A6F-39F3-7865-F6E8-67CB2EEF93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376363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コンテンツ プレースホルダー 10">
            <a:extLst>
              <a:ext uri="{FF2B5EF4-FFF2-40B4-BE49-F238E27FC236}">
                <a16:creationId xmlns:a16="http://schemas.microsoft.com/office/drawing/2014/main" id="{FA970225-6D66-6855-DAC6-2374CCEBDB9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1376363"/>
            <a:ext cx="5248274" cy="2062103"/>
          </a:xfrm>
        </p:spPr>
        <p:txBody>
          <a:bodyPr/>
          <a:lstStyle>
            <a:lvl1pPr marL="0" indent="0">
              <a:buNone/>
              <a:defRPr/>
            </a:lvl1pPr>
            <a:lvl2pPr marL="279450" indent="0">
              <a:buNone/>
              <a:defRPr/>
            </a:lvl2pPr>
            <a:lvl3pPr marL="622350" indent="0">
              <a:buNone/>
              <a:defRPr/>
            </a:lvl3pPr>
            <a:lvl4pPr marL="795388" indent="0">
              <a:buNone/>
              <a:defRPr/>
            </a:lvl4pPr>
            <a:lvl5pPr marL="966838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914400"/>
            <a:ext cx="1144905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1F9B995-8D5A-B145-9520-10CFE5909078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コンテンツ プレースホルダー 10">
            <a:extLst>
              <a:ext uri="{FF2B5EF4-FFF2-40B4-BE49-F238E27FC236}">
                <a16:creationId xmlns:a16="http://schemas.microsoft.com/office/drawing/2014/main" id="{4D3EAF7A-398E-C7A3-FC1A-CCD62C30D1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376363"/>
            <a:ext cx="5248274" cy="206210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22350" indent="-342900">
              <a:buFont typeface="Arial" panose="020B0604020202020204" pitchFamily="34" charset="0"/>
              <a:buChar char="•"/>
              <a:defRPr/>
            </a:lvl2pPr>
            <a:lvl3pPr marL="965250" indent="-342900">
              <a:buFont typeface="Arial" panose="020B0604020202020204" pitchFamily="34" charset="0"/>
              <a:buChar char="•"/>
              <a:defRPr/>
            </a:lvl3pPr>
            <a:lvl4pPr marL="1081138" indent="-285750">
              <a:buFont typeface="Arial" panose="020B0604020202020204" pitchFamily="34" charset="0"/>
              <a:buChar char="•"/>
              <a:defRPr/>
            </a:lvl4pPr>
            <a:lvl5pPr marL="125258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コンテンツ プレースホルダー 10">
            <a:extLst>
              <a:ext uri="{FF2B5EF4-FFF2-40B4-BE49-F238E27FC236}">
                <a16:creationId xmlns:a16="http://schemas.microsoft.com/office/drawing/2014/main" id="{00BC5043-E863-8E97-20DD-0AF23B7CD84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1376363"/>
            <a:ext cx="5248274" cy="206210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22350" indent="-342900">
              <a:buFont typeface="Arial" panose="020B0604020202020204" pitchFamily="34" charset="0"/>
              <a:buChar char="•"/>
              <a:defRPr/>
            </a:lvl2pPr>
            <a:lvl3pPr marL="965250" indent="-342900">
              <a:buFont typeface="Arial" panose="020B0604020202020204" pitchFamily="34" charset="0"/>
              <a:buChar char="•"/>
              <a:defRPr/>
            </a:lvl3pPr>
            <a:lvl4pPr marL="1081138" indent="-285750">
              <a:buFont typeface="Arial" panose="020B0604020202020204" pitchFamily="34" charset="0"/>
              <a:buChar char="•"/>
              <a:defRPr/>
            </a:lvl4pPr>
            <a:lvl5pPr marL="125258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3DBE3D95-8B59-C324-E284-13997884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26B4EB-F6CC-4C37-3CA9-1BCB13DA1DF9}"/>
              </a:ext>
            </a:extLst>
          </p:cNvPr>
          <p:cNvSpPr/>
          <p:nvPr userDrawn="1"/>
        </p:nvSpPr>
        <p:spPr>
          <a:xfrm>
            <a:off x="512956" y="512957"/>
            <a:ext cx="11159444" cy="5697344"/>
          </a:xfrm>
          <a:prstGeom prst="roundRect">
            <a:avLst>
              <a:gd name="adj" fmla="val 1733"/>
            </a:avLst>
          </a:prstGeom>
          <a:solidFill>
            <a:srgbClr val="EB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rIns="0"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4068367-540C-BF4B-9ADE-4F03D73999E2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442E0A2-8098-1B6F-94F7-A9E27EC77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61DE8E-6B1F-49ED-9610-31027D9B77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B6475A-312A-4920-A448-D3119241BF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E5E9E65-C9EC-0C4C-8B59-318381E5A651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E86E16-D3C5-9BCB-7BE2-1CA4299DC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25287C-25B0-64C0-57CE-B3ACA784D0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C6D9BD-DEEA-4A7B-C871-4536799F03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9F5B235-D8FA-2E43-8D16-C6668DC868E9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CE3C06-636B-539A-57AF-295DAA75FF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B17F81-88A9-5971-99D1-BBD6A8A8BD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8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91062C-933C-ED0F-B73C-DC245E7FAF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9E813E6-E647-0743-AD44-EFBEEEAF3B9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73292-B887-5760-95C0-AEDAC62EB3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2E29BE-BB61-D337-4DBC-22CE338B03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1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26354-B9D3-DA3A-9E84-842EA468AB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718036"/>
            <a:ext cx="9564303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00AF9A5-DF76-8A4E-87D0-03F746416163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7B46F-CBF3-F8B3-401A-040A31AF59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6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D43F54-D03F-0326-2168-E4B64C3257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718036"/>
            <a:ext cx="9824185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3D6F9BB-BBCC-9542-BB40-D25597B39C6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951714-F565-6DF2-258E-6733254008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4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1771A-14EB-27CD-4981-540766F89D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718036"/>
            <a:ext cx="9622055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9EAB33-797D-9947-8D5A-EC790D53B99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BE82B-F0D4-AF27-F993-CB2CA95285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8" y="1376363"/>
            <a:ext cx="11449050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EF11F3A-836A-004A-A38A-4DA19B25B9B0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8AB43C3-9C78-BC51-A12C-F9D99A56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376363"/>
            <a:ext cx="5248274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376362"/>
            <a:ext cx="5248276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9882B0B-5410-6742-AC19-F5AAB1BBDF13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44A6C69B-224E-6C35-983F-F891AE83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A08FABC-1315-914A-BA7E-EF57B6AFA7F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</a:defRPr>
            </a:lvl1pPr>
          </a:lstStyle>
          <a:p>
            <a:r>
              <a:rPr lang="ja-JP" altLang="en-US"/>
              <a:t>メディアを追加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00569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F968D0AB-9FF9-12E3-BB21-0A374A03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E49841DD-7E94-26B6-8D11-132733EE64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0300" y="1376363"/>
            <a:ext cx="5248274" cy="206210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622350" indent="-342900">
              <a:buFont typeface="Arial" panose="020B0604020202020204" pitchFamily="34" charset="0"/>
              <a:buChar char="•"/>
              <a:defRPr/>
            </a:lvl2pPr>
            <a:lvl3pPr marL="965250" indent="-342900">
              <a:buFont typeface="Arial" panose="020B0604020202020204" pitchFamily="34" charset="0"/>
              <a:buChar char="•"/>
              <a:defRPr/>
            </a:lvl3pPr>
            <a:lvl4pPr marL="1081138" indent="-285750">
              <a:buFont typeface="Arial" panose="020B0604020202020204" pitchFamily="34" charset="0"/>
              <a:buChar char="•"/>
              <a:defRPr/>
            </a:lvl4pPr>
            <a:lvl5pPr marL="125258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FEA24-4BB1-51F6-D1A3-1CDE18E45E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9A91F-2413-643E-00B4-F93DC22555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2F78A-89C5-9A95-F0BE-08B93E2052E0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4CF3CEA-C5D6-3EE2-0ADF-9CA879927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25BCAF-5C90-042B-0BAB-CD0E59CCA8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C7666-E95B-BA1B-9CE7-A188F672FA4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37707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0EE6D9C-875B-CBBD-B13E-569C0B9A8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CC1F33-20B4-A2CC-CBF3-F33B6E957A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2CA65A-606C-B6BF-5226-3CAA4640D58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7779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350967" y="1376363"/>
            <a:ext cx="2506071" cy="4491317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9419CB5-94BF-844B-9FE1-2557A7F8579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301F7150-BCED-1983-0D50-D4FF6DB7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9538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41067" y="914399"/>
            <a:ext cx="2506071" cy="5295901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AC35C94-FDFA-C446-91F8-C91AFA494418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10331925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10331924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4" name="テキスト プレースホルダー 13">
            <a:extLst>
              <a:ext uri="{FF2B5EF4-FFF2-40B4-BE49-F238E27FC236}">
                <a16:creationId xmlns:a16="http://schemas.microsoft.com/office/drawing/2014/main" id="{678D519E-7785-A643-B5CB-0C12F56C5C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4" y="1423988"/>
            <a:ext cx="10097862" cy="523220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r>
              <a:rPr kumimoji="1" lang="en-US" altLang="ja-JP" dirty="0"/>
              <a:t>Customer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73828A-79F8-15CD-9D21-FB44B77FDB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9835110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9967462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0E7CF6-AEC8-B8B6-2040-09A061248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4" name="テキスト プレースホルダー 13">
            <a:extLst>
              <a:ext uri="{FF2B5EF4-FFF2-40B4-BE49-F238E27FC236}">
                <a16:creationId xmlns:a16="http://schemas.microsoft.com/office/drawing/2014/main" id="{6B933BCE-BFEE-8C95-C2FC-D2FD2D0E71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4" y="1423988"/>
            <a:ext cx="9967462" cy="523220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r>
              <a:rPr kumimoji="1" lang="en-US" altLang="ja-JP" dirty="0"/>
              <a:t>Customer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85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B1A274-34CE-9318-18E9-83796CA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7" y="4366830"/>
            <a:ext cx="10430579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10562931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75C48-1113-B98D-B01C-9CF253E8BB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4" name="テキスト プレースホルダー 13">
            <a:extLst>
              <a:ext uri="{FF2B5EF4-FFF2-40B4-BE49-F238E27FC236}">
                <a16:creationId xmlns:a16="http://schemas.microsoft.com/office/drawing/2014/main" id="{9D5725DE-FA3B-8597-E98F-AD15ECE8C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4" y="1423988"/>
            <a:ext cx="9986713" cy="523220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r>
              <a:rPr kumimoji="1" lang="en-US" altLang="ja-JP" dirty="0"/>
              <a:t>Customer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5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C5CAEF-E4CF-4B92-233A-7553242F6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7" y="1918337"/>
            <a:ext cx="10007067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10127387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45EB7E-B60E-0A55-8AB4-0421DDF33C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46A2E1-DADB-E7FA-8523-F125A4AEE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9939690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10060010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139FD2-9628-8192-7052-B005333F7B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178C6C-A11A-B7DA-DE97-C5EF3DA24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9939690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10060010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D3426E-C2E7-51F1-EBF9-5831816B57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E4742-39F0-4C44-00E8-B91F451C1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6363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49CC286-79D0-A144-B066-1A97CA59212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F9C9D41A-DAF7-E673-4D3A-1260F326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7866E5ED-260D-29D3-173E-4AE97F4B74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C94ACE7F-5C43-CD33-5936-39459F607431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981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932EFD-B8A1-B84B-48C9-1BE2EB4AF0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6363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01CE97B-9B16-A94F-A03A-9399874B63D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4FEE718B-AECF-60BA-4C82-5D7807BB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29026473-EE79-1666-A02D-2726DF5126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0593D29E-274D-D078-FB1F-04AF4FA9CB1C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31738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Lef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4E6107A-A474-7E64-6AB2-4C0ABA53C5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Amazon Ember Display" panose="020F0603020204020204" pitchFamily="34" charset="0"/>
              <a:ea typeface="メイリオ" panose="020B0604030504040204" pitchFamily="34" charset="-12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382A61D-6E97-B136-AAEF-0FA8215AFB0C}"/>
              </a:ext>
            </a:extLst>
          </p:cNvPr>
          <p:cNvSpPr/>
          <p:nvPr userDrawn="1"/>
        </p:nvSpPr>
        <p:spPr>
          <a:xfrm>
            <a:off x="0" y="0"/>
            <a:ext cx="80304" cy="6858000"/>
          </a:xfrm>
          <a:prstGeom prst="rect">
            <a:avLst/>
          </a:prstGeom>
          <a:gradFill flip="none" rotWithShape="1">
            <a:gsLst>
              <a:gs pos="0">
                <a:srgbClr val="00E500"/>
              </a:gs>
              <a:gs pos="40000">
                <a:srgbClr val="0073E5"/>
              </a:gs>
              <a:gs pos="100000">
                <a:srgbClr val="5900B2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6733CF0-F4D8-DA78-2093-F5F33D57E321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D24BE673-278F-5C09-2961-8455E0C8A1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43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A1DB3-21D8-7727-05ED-700D04461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1BE3D92-6AF8-114D-B6BE-334CE5C8DE9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BE47E-DAA2-53AD-A19F-7E10713DCC3B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3403D6F-4255-8F48-5632-F82011E9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652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42795-04B8-8DCD-975B-E72373E3A3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220A401-19DE-F14E-A7FB-08F1A570458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D7D0A3-F064-9569-A6C6-9EFB587B0B1C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E7DA0980-9F67-19D1-074F-E81E9F4FB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6590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908050"/>
            <a:ext cx="11449050" cy="3416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E89B2AD-1A9F-4642-A665-85A18D2B0CB3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79CF8BD3-4747-45E7-9035-B453B69D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C0D6F26-1F6E-303B-8F6E-60EEEF73F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105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48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3D63874-F76B-5B40-AC37-596BEC099768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82D96D0B-FC4F-13BB-2291-BCF1E9CC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F72CEEE-691B-A069-607E-E47BAA3CB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017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03484E-63E1-C65B-B9E9-64BEBDE8D8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DB45889-823C-9049-A786-464C47C402A8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72762-FFD8-44A0-D0C3-72BB36D53F8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bg1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7E7E48F-8CED-DA30-A663-FA0B625BC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5688012" cy="6068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631EB7D-C298-96E0-692F-23148A2A7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5688013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  <a:lvl2pPr marL="280800" indent="0">
              <a:buNone/>
              <a:defRPr>
                <a:solidFill>
                  <a:schemeClr val="bg2"/>
                </a:solidFill>
              </a:defRPr>
            </a:lvl2pPr>
            <a:lvl3pPr marL="622800" indent="0">
              <a:buNone/>
              <a:defRPr>
                <a:solidFill>
                  <a:schemeClr val="bg2"/>
                </a:solidFill>
              </a:defRPr>
            </a:lvl3pPr>
            <a:lvl4pPr marL="795600" indent="0">
              <a:buNone/>
              <a:defRPr>
                <a:solidFill>
                  <a:schemeClr val="bg2"/>
                </a:solidFill>
              </a:defRPr>
            </a:lvl4pPr>
            <a:lvl5pPr marL="9684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28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76996DA-5BE5-07A1-3E6B-5009A6B7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9BE496-7150-7040-92CE-8BB51C8F1C20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A259B-C4CE-849A-F79A-9E5DAF81688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D7AE4-AC04-819B-6BE0-5525488F82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タイトル 8">
            <a:extLst>
              <a:ext uri="{FF2B5EF4-FFF2-40B4-BE49-F238E27FC236}">
                <a16:creationId xmlns:a16="http://schemas.microsoft.com/office/drawing/2014/main" id="{46F19D8A-E887-E014-C86F-D070E93B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01169"/>
            <a:ext cx="9823667" cy="60688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AFD78A-195D-FA1B-706A-40BFA5DA4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7080468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33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1A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A03B37-6F96-EEE5-6D3D-8FE6A854A4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036D7F5-5D5C-FF4D-9CB1-06C99CA5A111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13ABADDD-3FDA-6815-8E26-1CA4DF2D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5DF9F26-E509-12B9-5146-9CE3E8164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376363"/>
            <a:ext cx="538865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404C1A4-B669-41B7-A8E3-142E256170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14824" y="1376363"/>
            <a:ext cx="538865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703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59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ED8629C-8B33-8142-B1FC-1A430A80077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7226B8BE-9776-94F9-CD61-BEE9797A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B66E16B-77C8-BF2C-04D3-95892A6B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5400675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8A81ED0-DEFD-6037-E96E-8F54567473E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76363"/>
            <a:ext cx="5400675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247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59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9" y="1381017"/>
            <a:ext cx="5248656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0" y="1381017"/>
            <a:ext cx="5248656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8BBC85-9043-DD49-A750-E4C4ED9352CF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EB6931D-781F-1217-A174-4A931C1A907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7989" y="1758513"/>
            <a:ext cx="524865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982431E-79C6-F17B-0542-A15E49E8618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1758513"/>
            <a:ext cx="524865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5A6254EA-6D54-281F-3216-6E14BE58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1641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376363"/>
            <a:ext cx="3483864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376363"/>
            <a:ext cx="3483864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376363"/>
            <a:ext cx="3483864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29961A-CBD7-DE4D-9EE8-61E3DCBE773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13838" y="619601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D71A46CC-61C0-E300-4A05-BF08FAF9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D6615C6-3EA4-3899-5104-C720C4AD0F4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09599" y="1745695"/>
            <a:ext cx="3483864" cy="23698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B3C87FE-5247-443F-0BC2-92780D06BFA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354067" y="1745695"/>
            <a:ext cx="3483864" cy="23698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0D06651-D7F8-583C-62FC-25583B5A434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8535" y="1745695"/>
            <a:ext cx="3483864" cy="23698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424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AFFB2C87-ED98-F841-8AB7-ED707665877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07B66AFD-A255-7B56-BE69-CD8E7224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2E01D3A-3F02-718C-9067-8E09A7042E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3276600"/>
            <a:ext cx="3483864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2559FFC-D250-F655-8392-142090F37A2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9" y="3276600"/>
            <a:ext cx="3483864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E188C5C-44B8-6C44-F9FE-D18B1FDA69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7" y="3276600"/>
            <a:ext cx="3483864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7E2EE55-8B43-90EB-BCB3-1600BF1027B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09601" y="3705966"/>
            <a:ext cx="3483864" cy="23698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E7ECD80-DCA2-BBB0-6A64-9159D36F2C90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348844" y="3705966"/>
            <a:ext cx="3483864" cy="23698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E87F13A-9C05-8270-355E-4DE93B9860B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096251" y="3705966"/>
            <a:ext cx="3483864" cy="23698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045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376363"/>
            <a:ext cx="2377440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376363"/>
            <a:ext cx="2377440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376363"/>
            <a:ext cx="2377440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376363"/>
            <a:ext cx="2377440" cy="40011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baseline="0">
                <a:solidFill>
                  <a:schemeClr val="accent1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9F2B1FE-BF23-1047-B8E4-45FE5C06E8C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CEBF952-C2B0-D5F1-2996-B0180AEE882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5315" y="1745695"/>
            <a:ext cx="2371724" cy="273921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77E19D5-DF19-5585-F953-BDC87897768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80979" y="1745695"/>
            <a:ext cx="2371724" cy="273921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9A4DC7A-BD17-9477-4633-6BC755600395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346643" y="1745695"/>
            <a:ext cx="2371724" cy="273921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05E6A9F-0D71-DF26-262C-60F7B03E4F57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204143" y="1745695"/>
            <a:ext cx="2371724" cy="273921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タイトル 23">
            <a:extLst>
              <a:ext uri="{FF2B5EF4-FFF2-40B4-BE49-F238E27FC236}">
                <a16:creationId xmlns:a16="http://schemas.microsoft.com/office/drawing/2014/main" id="{B5950E2C-33E3-A32E-FCE9-2ACA95D5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344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376363"/>
            <a:ext cx="5372100" cy="44957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376363"/>
            <a:ext cx="5372101" cy="313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4DDE961-D105-5E41-8408-2760C417DD55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166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2C03EB83-19C6-E5B0-4B52-F0959562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7847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5697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F526293-A74D-0044-83D6-D9DFFCE2F2F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7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585E8A0-2170-010D-A7BD-77D49B07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8408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8988695-00B4-504B-8F9B-CE39F1BA222C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42002330-5DFB-E116-3CAA-815162C5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8EDE52-24EF-FBB6-491E-53D506790A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7988" y="1376363"/>
            <a:ext cx="5248273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6134E8-C56F-D295-A6AB-67D0994B315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8496" y="1376363"/>
            <a:ext cx="5248273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060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416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8B0DF9C-9AB4-8B41-A03B-F4E7A43F2AB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FFA0930C-A6E3-9648-A576-A4234BDF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DC0FB73-82EF-3AC3-83E8-30A93199F97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7988" y="1376363"/>
            <a:ext cx="5248274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160D856-97A5-D135-F8A8-2CF0AE778E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096000" y="1376363"/>
            <a:ext cx="5248274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955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416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B03B423-ADB6-E347-AEA3-5F0635D0CA1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B7F1397-13FE-8A19-566B-7BF9DD6F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174332-F4C5-D210-D62D-638C0804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533150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06D057-99E7-2CDC-D2FD-C8A5B560EC2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1376363"/>
            <a:ext cx="533150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969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763FF7-5605-71F8-6697-EB254219C7B0}"/>
              </a:ext>
            </a:extLst>
          </p:cNvPr>
          <p:cNvSpPr/>
          <p:nvPr userDrawn="1"/>
        </p:nvSpPr>
        <p:spPr>
          <a:xfrm>
            <a:off x="512957" y="501806"/>
            <a:ext cx="11240428" cy="5708494"/>
          </a:xfrm>
          <a:prstGeom prst="roundRect">
            <a:avLst>
              <a:gd name="adj" fmla="val 1532"/>
            </a:avLst>
          </a:prstGeom>
          <a:solidFill>
            <a:srgbClr val="1D2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6FA6984-0C7B-534D-A791-9A06EBECEC15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B32C00-084F-28C0-BB8F-C28174CF1C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57A2FB6-579C-8BDA-C03C-733FDD502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00382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464" userDrawn="1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5C7669-14A6-5D54-857D-1FADC64750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89EEDA7-044A-E54F-9BA0-724C00CDB5C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0B9D2A-5256-0C86-DBF9-819E149FD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237FD4-93CF-BE6F-8A01-F39EF1E259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4CEA261-0749-39A4-C724-57029DDE9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71720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8D0445-6250-D8A7-DA99-8E3E6B193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743EBEE-3990-B54B-84B3-50AA5DD6E1D5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3838" y="62100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6E5BB-D7F1-57B7-F47C-38FAC1D8C9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BE8694-CEBE-FC6B-2826-A3C160A810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7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B3E4E87-E0BD-16D9-98F9-BB7B231C4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40011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0C216B7-E29B-3D4E-BC00-F6C1635F077F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3838" y="6218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7AAD79-AAE6-EC0F-FBB1-3EC2FA0CE8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2BD0C7-FA87-6543-491D-C8D901F52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DB773A-50B4-2838-9D40-23B240064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59224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4A48E-55BF-C7C1-29F2-A6FC94801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718036"/>
            <a:ext cx="9670181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EB20D6A-8788-194C-B869-EA85AD87A759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16990-AF13-5F3A-8ED1-EFBA643490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9737558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5A327-DE22-15C5-BDAA-59E2DD0AB5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718036"/>
            <a:ext cx="9881937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25E6F66-F604-BE4B-A314-C26E5956D7BE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5EC76-5973-D100-2A27-71BAEC1CC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376363"/>
            <a:ext cx="11449049" cy="1903085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0D83E71-1362-9C42-8B72-05C31D7C40B4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541B4DB9-DAC9-9F60-7AD3-80BEEE5D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4574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376363"/>
            <a:ext cx="5248274" cy="1903085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2513" y="1376363"/>
            <a:ext cx="5248276" cy="1903085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AB84A23-C258-A441-B191-CFD057FAAABB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A92F619-17A9-1E28-8BF6-9D8A9176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9619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3D5DBE7-3C55-CC4B-8870-D6F5A3ABAAD3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054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270660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00911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00569"/>
            <a:ext cx="5372101" cy="313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9950D-2E3A-ECA5-F46C-3CB9DC12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230C49D4-0498-0580-267E-13923188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4AFE554-7316-E35E-0034-F4601568814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10300" y="1376363"/>
            <a:ext cx="5646736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915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306B6-0447-DE92-96EA-90340D62C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BB739-DBCB-A674-9F3C-97310C1F9F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7816D4-9E22-E961-B267-8DCA00D5E0AD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3985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B132DE-7B4D-84B4-29EF-A28CEB195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18CA2-623A-29DB-A6D4-EB10D6D59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3418EE-3F95-4F71-83CC-C11186EB4B28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9943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10040" y="1376363"/>
            <a:ext cx="2146998" cy="4491317"/>
          </a:xfrm>
          <a:prstGeom prst="rect">
            <a:avLst/>
          </a:prstGeom>
        </p:spPr>
        <p:txBody>
          <a:bodyPr vert="eaVert"/>
          <a:lstStyle>
            <a:lvl1pPr marL="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9144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3716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8288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CDB194B-80FC-8746-9D14-13B063C6EDCF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49E219C-F7DD-54D1-27FA-7DFEBE4E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4570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9538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700140" y="914399"/>
            <a:ext cx="2146998" cy="5295901"/>
          </a:xfrm>
          <a:prstGeom prst="rect">
            <a:avLst/>
          </a:prstGeo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729D92F-2A99-5146-B22F-0ABFC549C1F1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3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366A7C9-DE41-C84B-86A7-1002C32E5BE7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7AFCBCE2-8E19-4BBF-FA80-FD6FBECE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C07B3CE8-DEC0-5E27-421B-DF6607987C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376363"/>
            <a:ext cx="11449050" cy="9144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1280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9.xml"/><Relationship Id="rId39" Type="http://schemas.openxmlformats.org/officeDocument/2006/relationships/slideLayout" Target="../slideLayouts/slideLayout92.xml"/><Relationship Id="rId21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87.xml"/><Relationship Id="rId42" Type="http://schemas.openxmlformats.org/officeDocument/2006/relationships/slideLayout" Target="../slideLayouts/slideLayout95.xml"/><Relationship Id="rId47" Type="http://schemas.openxmlformats.org/officeDocument/2006/relationships/slideLayout" Target="../slideLayouts/slideLayout100.xml"/><Relationship Id="rId50" Type="http://schemas.openxmlformats.org/officeDocument/2006/relationships/slideLayout" Target="../slideLayouts/slideLayout103.xml"/><Relationship Id="rId55" Type="http://schemas.openxmlformats.org/officeDocument/2006/relationships/image" Target="../media/image13.png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90.xml"/><Relationship Id="rId40" Type="http://schemas.openxmlformats.org/officeDocument/2006/relationships/slideLayout" Target="../slideLayouts/slideLayout93.xml"/><Relationship Id="rId45" Type="http://schemas.openxmlformats.org/officeDocument/2006/relationships/slideLayout" Target="../slideLayouts/slideLayout98.xml"/><Relationship Id="rId53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84.xml"/><Relationship Id="rId44" Type="http://schemas.openxmlformats.org/officeDocument/2006/relationships/slideLayout" Target="../slideLayouts/slideLayout97.xml"/><Relationship Id="rId52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96.xml"/><Relationship Id="rId48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61.xml"/><Relationship Id="rId51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94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9.xml"/><Relationship Id="rId49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00548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5E990763-DD24-2844-97C4-5F39F580D678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96409"/>
            <a:ext cx="11449050" cy="6179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0" r:id="rId2"/>
    <p:sldLayoutId id="2147483711" r:id="rId3"/>
    <p:sldLayoutId id="2147483713" r:id="rId4"/>
    <p:sldLayoutId id="2147483712" r:id="rId5"/>
    <p:sldLayoutId id="2147483731" r:id="rId6"/>
    <p:sldLayoutId id="2147483661" r:id="rId7"/>
    <p:sldLayoutId id="2147483723" r:id="rId8"/>
    <p:sldLayoutId id="2147483722" r:id="rId9"/>
    <p:sldLayoutId id="2147483654" r:id="rId10"/>
    <p:sldLayoutId id="2147483725" r:id="rId11"/>
    <p:sldLayoutId id="2147483662" r:id="rId12"/>
    <p:sldLayoutId id="2147483724" r:id="rId13"/>
    <p:sldLayoutId id="2147483663" r:id="rId14"/>
    <p:sldLayoutId id="2147483655" r:id="rId15"/>
    <p:sldLayoutId id="2147483650" r:id="rId16"/>
    <p:sldLayoutId id="2147483664" r:id="rId17"/>
    <p:sldLayoutId id="2147483789" r:id="rId18"/>
    <p:sldLayoutId id="2147483666" r:id="rId19"/>
    <p:sldLayoutId id="2147483667" r:id="rId20"/>
    <p:sldLayoutId id="2147483665" r:id="rId21"/>
    <p:sldLayoutId id="2147483729" r:id="rId22"/>
    <p:sldLayoutId id="2147483668" r:id="rId23"/>
    <p:sldLayoutId id="2147483730" r:id="rId24"/>
    <p:sldLayoutId id="2147483653" r:id="rId25"/>
    <p:sldLayoutId id="2147483689" r:id="rId26"/>
    <p:sldLayoutId id="2147483691" r:id="rId27"/>
    <p:sldLayoutId id="2147483690" r:id="rId28"/>
    <p:sldLayoutId id="2147483657" r:id="rId29"/>
    <p:sldLayoutId id="2147483692" r:id="rId30"/>
    <p:sldLayoutId id="2147483693" r:id="rId31"/>
    <p:sldLayoutId id="2147483652" r:id="rId32"/>
    <p:sldLayoutId id="2147483669" r:id="rId33"/>
    <p:sldLayoutId id="2147483670" r:id="rId34"/>
    <p:sldLayoutId id="2147483673" r:id="rId35"/>
    <p:sldLayoutId id="2147483726" r:id="rId36"/>
    <p:sldLayoutId id="2147483728" r:id="rId37"/>
    <p:sldLayoutId id="2147483727" r:id="rId38"/>
    <p:sldLayoutId id="2147483717" r:id="rId39"/>
    <p:sldLayoutId id="2147483651" r:id="rId40"/>
    <p:sldLayoutId id="2147483716" r:id="rId41"/>
    <p:sldLayoutId id="2147483671" r:id="rId42"/>
    <p:sldLayoutId id="2147483672" r:id="rId43"/>
    <p:sldLayoutId id="2147483695" r:id="rId44"/>
    <p:sldLayoutId id="2147483674" r:id="rId45"/>
    <p:sldLayoutId id="2147483675" r:id="rId46"/>
    <p:sldLayoutId id="2147483656" r:id="rId47"/>
    <p:sldLayoutId id="2147483676" r:id="rId48"/>
    <p:sldLayoutId id="2147483721" r:id="rId49"/>
    <p:sldLayoutId id="2147483720" r:id="rId50"/>
    <p:sldLayoutId id="2147483707" r:id="rId51"/>
    <p:sldLayoutId id="2147483708" r:id="rId52"/>
    <p:sldLayoutId id="2147483678" r:id="rId5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000" b="1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90000"/>
        <a:buFont typeface="Arial" panose="020B0604020202020204" pitchFamily="34" charset="0"/>
        <a:buChar char="•"/>
        <a:defRPr kumimoji="1" sz="24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1pPr>
      <a:lvl2pPr marL="62865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90000"/>
        <a:buFont typeface="Arial" panose="020B0604020202020204" pitchFamily="34" charset="0"/>
        <a:buChar char="•"/>
        <a:defRPr kumimoji="1" sz="24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2pPr>
      <a:lvl3pPr marL="97155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20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3pPr>
      <a:lvl4pPr marL="1144588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8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4pPr>
      <a:lvl5pPr marL="1316038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800" b="0" i="0" kern="1200" baseline="0">
          <a:solidFill>
            <a:schemeClr val="tx2"/>
          </a:solidFill>
          <a:latin typeface="Amazon Ember Display" panose="020F0603020204020204" pitchFamily="34" charset="0"/>
          <a:ea typeface="メイリオ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87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5" orient="horz" pos="86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2026/2/9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354776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34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86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4" r:id="rId32"/>
    <p:sldLayoutId id="2147483765" r:id="rId33"/>
    <p:sldLayoutId id="2147483766" r:id="rId34"/>
    <p:sldLayoutId id="2147483767" r:id="rId35"/>
    <p:sldLayoutId id="2147483768" r:id="rId36"/>
    <p:sldLayoutId id="2147483769" r:id="rId37"/>
    <p:sldLayoutId id="2147483770" r:id="rId38"/>
    <p:sldLayoutId id="2147483771" r:id="rId39"/>
    <p:sldLayoutId id="2147483772" r:id="rId40"/>
    <p:sldLayoutId id="2147483773" r:id="rId41"/>
    <p:sldLayoutId id="2147483774" r:id="rId42"/>
    <p:sldLayoutId id="2147483775" r:id="rId43"/>
    <p:sldLayoutId id="2147483776" r:id="rId44"/>
    <p:sldLayoutId id="2147483777" r:id="rId45"/>
    <p:sldLayoutId id="2147483778" r:id="rId46"/>
    <p:sldLayoutId id="2147483779" r:id="rId47"/>
    <p:sldLayoutId id="2147483780" r:id="rId48"/>
    <p:sldLayoutId id="2147483781" r:id="rId49"/>
    <p:sldLayoutId id="2147483782" r:id="rId50"/>
    <p:sldLayoutId id="2147483783" r:id="rId51"/>
    <p:sldLayoutId id="2147483784" r:id="rId52"/>
    <p:sldLayoutId id="2147483785" r:id="rId5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ulator.aws/#/estimate?id=f350dbe66e9a8006d7876a8849f9eb67f3c4711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FE5A-306F-9311-6ECB-009EDB102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246" y="3418321"/>
            <a:ext cx="11238504" cy="923330"/>
          </a:xfrm>
        </p:spPr>
        <p:txBody>
          <a:bodyPr/>
          <a:lstStyle/>
          <a:p>
            <a:r>
              <a:rPr lang="en-US" dirty="0" err="1"/>
              <a:t>タイトル</a:t>
            </a:r>
            <a:endParaRPr lang="en-JP"/>
          </a:p>
        </p:txBody>
      </p:sp>
      <p:sp>
        <p:nvSpPr>
          <p:cNvPr id="7" name="字幕 6">
            <a:extLst>
              <a:ext uri="{FF2B5EF4-FFF2-40B4-BE49-F238E27FC236}">
                <a16:creationId xmlns:a16="http://schemas.microsoft.com/office/drawing/2014/main" id="{04E9D946-1DA6-FB4A-CCB6-3E617CC28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4366830"/>
            <a:ext cx="10629902" cy="58477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8A81D-75ED-8EBF-3F3D-B5D9F9DFA7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8" y="5261981"/>
            <a:ext cx="7943852" cy="400110"/>
          </a:xfrm>
        </p:spPr>
        <p:txBody>
          <a:bodyPr/>
          <a:lstStyle/>
          <a:p>
            <a:r>
              <a:rPr lang="ja-JP" altLang="en-US"/>
              <a:t>名前もしくは部署名</a:t>
            </a:r>
            <a:endParaRPr lang="en-JP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E4D9E973-779D-EA53-F3B5-BFE6DD8DF7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D52514-EE27-7CC8-6DD1-5CE04E2372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5674769"/>
            <a:ext cx="3797302" cy="338554"/>
          </a:xfrm>
        </p:spPr>
        <p:txBody>
          <a:bodyPr/>
          <a:lstStyle/>
          <a:p>
            <a:r>
              <a:rPr lang="ja-JP" altLang="en-US"/>
              <a:t>日付など</a:t>
            </a:r>
            <a:endParaRPr lang="en-JP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0DCC931-FF49-2714-013D-D5FBEEACF6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4824" y="1423988"/>
            <a:ext cx="8648701" cy="523220"/>
          </a:xfrm>
        </p:spPr>
        <p:txBody>
          <a:bodyPr/>
          <a:lstStyle/>
          <a:p>
            <a:r>
              <a:rPr lang="ja-JP" altLang="en-US"/>
              <a:t>お客様</a:t>
            </a:r>
            <a:r>
              <a:rPr lang="en-US" altLang="ja-JP" dirty="0"/>
              <a:t> </a:t>
            </a:r>
            <a:r>
              <a:rPr lang="ja-JP" altLang="en-US"/>
              <a:t>御中</a:t>
            </a:r>
          </a:p>
        </p:txBody>
      </p:sp>
    </p:spTree>
    <p:extLst>
      <p:ext uri="{BB962C8B-B14F-4D97-AF65-F5344CB8AC3E}">
        <p14:creationId xmlns:p14="http://schemas.microsoft.com/office/powerpoint/2010/main" val="342395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7AB3-8A1A-F639-020A-232B3971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A47EA9-A87E-222C-A48B-AA299FE486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76363"/>
            <a:ext cx="11247438" cy="2554545"/>
          </a:xfrm>
        </p:spPr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箇条書き１</a:t>
            </a:r>
            <a:endParaRPr kumimoji="1" lang="en-US" altLang="ja-JP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箇条書き２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箇条書き３</a:t>
            </a:r>
            <a:endParaRPr kumimoji="1" lang="en-US" altLang="ja-JP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箇条書き４</a:t>
            </a:r>
            <a:endParaRPr kumimoji="1" lang="en-US" altLang="ja-JP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箇条書き５</a:t>
            </a:r>
            <a:endParaRPr kumimoji="1" lang="en-US" altLang="ja-JP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5353BBB-7572-2CE6-C993-8140137F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/>
              <a:t>アジェンダ</a:t>
            </a:r>
          </a:p>
        </p:txBody>
      </p:sp>
    </p:spTree>
    <p:extLst>
      <p:ext uri="{BB962C8B-B14F-4D97-AF65-F5344CB8AC3E}">
        <p14:creationId xmlns:p14="http://schemas.microsoft.com/office/powerpoint/2010/main" val="138068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E5072-17D8-0089-B99A-CA0C7FCB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18036"/>
            <a:ext cx="9801225" cy="1421928"/>
          </a:xfrm>
        </p:spPr>
        <p:txBody>
          <a:bodyPr/>
          <a:lstStyle/>
          <a:p>
            <a:r>
              <a:rPr kumimoji="1" lang="ja-JP" altLang="en-US"/>
              <a:t>セクション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99F5010-5DFB-85A3-5AC0-356C6E56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65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0D153-849E-3870-D671-5DCB3C6E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18036"/>
            <a:ext cx="9686925" cy="1421928"/>
          </a:xfrm>
        </p:spPr>
        <p:txBody>
          <a:bodyPr/>
          <a:lstStyle/>
          <a:p>
            <a:r>
              <a:rPr kumimoji="1" lang="ja-JP" altLang="en-US"/>
              <a:t>サブセクション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B0DDB3-13A2-EC01-A10A-BD3B5BF9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14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B0FFEB-AA1B-F7BF-675D-09B67C2D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8ADFCB-5F19-102A-AFE8-515F19EE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通常レイアウト</a:t>
            </a:r>
            <a:endParaRPr lang="en-JP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F82A7D58-CEB1-A6B6-5DD6-6534047449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0754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42B3-BA96-F005-0C96-4DD2BBC5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9F0913-020D-5DF0-4627-1DAF3ECCEF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ECC28B-53B4-063F-51EA-7F1C3E3A8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/>
              <a:t>料金試算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95275E-A1B3-A4F9-787C-CDA2903578A5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371475" y="1283732"/>
          <a:ext cx="11449050" cy="518623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473978">
                  <a:extLst>
                    <a:ext uri="{9D8B030D-6E8A-4147-A177-3AD203B41FA5}">
                      <a16:colId xmlns:a16="http://schemas.microsoft.com/office/drawing/2014/main" val="1458176939"/>
                    </a:ext>
                  </a:extLst>
                </a:gridCol>
                <a:gridCol w="3158722">
                  <a:extLst>
                    <a:ext uri="{9D8B030D-6E8A-4147-A177-3AD203B41FA5}">
                      <a16:colId xmlns:a16="http://schemas.microsoft.com/office/drawing/2014/main" val="3861221930"/>
                    </a:ext>
                  </a:extLst>
                </a:gridCol>
                <a:gridCol w="3816350">
                  <a:extLst>
                    <a:ext uri="{9D8B030D-6E8A-4147-A177-3AD203B41FA5}">
                      <a16:colId xmlns:a16="http://schemas.microsoft.com/office/drawing/2014/main" val="804134699"/>
                    </a:ext>
                  </a:extLst>
                </a:gridCol>
              </a:tblGrid>
              <a:tr h="266861">
                <a:tc>
                  <a:txBody>
                    <a:bodyPr/>
                    <a:lstStyle/>
                    <a:p>
                      <a:r>
                        <a:rPr lang="en-JP" sz="1200" baseline="0">
                          <a:ea typeface="+mj-ea"/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aseline="0">
                          <a:ea typeface="+mj-ea"/>
                        </a:rPr>
                        <a:t>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aseline="0">
                          <a:ea typeface="+mj-ea"/>
                        </a:rPr>
                        <a:t>計算式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41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aseline="0">
                          <a:effectLst/>
                          <a:ea typeface="+mj-ea"/>
                        </a:rPr>
                        <a:t>AWS Direct Connect </a:t>
                      </a:r>
                      <a:r>
                        <a:rPr lang="ja-JP" altLang="en-US" sz="1200" baseline="0">
                          <a:effectLst/>
                          <a:ea typeface="+mj-ea"/>
                        </a:rPr>
                        <a:t>ロケーションの数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ja-JP" sz="1200" baseline="0">
                          <a:effectLst/>
                          <a:ea typeface="+mj-ea"/>
                        </a:rPr>
                        <a:t>2 </a:t>
                      </a:r>
                      <a:r>
                        <a:rPr lang="ja-JP" altLang="en-US" sz="1200" baseline="0">
                          <a:effectLst/>
                          <a:ea typeface="+mj-ea"/>
                        </a:rPr>
                        <a:t>ロケーション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endParaRPr lang="en-JP" sz="120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094789"/>
                  </a:ext>
                </a:extLst>
              </a:tr>
              <a:tr h="3202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ja-JP" altLang="en-US" sz="1200">
                          <a:effectLst/>
                        </a:rPr>
                        <a:t>各ロケーションで使用しているポート 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ja-JP" sz="1200">
                          <a:effectLst/>
                        </a:rPr>
                        <a:t>2 </a:t>
                      </a:r>
                      <a:r>
                        <a:rPr lang="ja-JP" altLang="en-US" sz="1200">
                          <a:effectLst/>
                        </a:rPr>
                        <a:t>ポート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endParaRPr lang="en-JP" sz="120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720152"/>
                  </a:ext>
                </a:extLst>
              </a:tr>
              <a:tr h="45366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ja-JP" altLang="en-US" sz="1200" baseline="0">
                          <a:effectLst/>
                          <a:ea typeface="+mj-ea"/>
                        </a:rPr>
                        <a:t>月間アクティブ時間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JP" sz="1200" baseline="0">
                          <a:effectLst/>
                          <a:ea typeface="+mj-ea"/>
                        </a:rPr>
                        <a:t>730*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lang="ja-JP" altLang="en-US" sz="1050" baseline="0">
                          <a:ea typeface="+mj-ea"/>
                        </a:rPr>
                        <a:t>* この例では、</a:t>
                      </a:r>
                      <a:r>
                        <a:rPr lang="en-US" altLang="ja-JP" sz="1050" baseline="0">
                          <a:ea typeface="+mj-ea"/>
                        </a:rPr>
                        <a:t>1 </a:t>
                      </a:r>
                      <a:r>
                        <a:rPr lang="ja-JP" altLang="en-US" sz="1050" baseline="0">
                          <a:ea typeface="+mj-ea"/>
                        </a:rPr>
                        <a:t>年で </a:t>
                      </a:r>
                      <a:r>
                        <a:rPr lang="en-US" altLang="ja-JP" sz="1050" baseline="0">
                          <a:ea typeface="+mj-ea"/>
                        </a:rPr>
                        <a:t>8,760 </a:t>
                      </a:r>
                      <a:r>
                        <a:rPr lang="ja-JP" altLang="en-US" sz="1050" baseline="0">
                          <a:ea typeface="+mj-ea"/>
                        </a:rPr>
                        <a:t>時間</a:t>
                      </a:r>
                      <a:r>
                        <a:rPr lang="en-US" altLang="ja-JP" sz="1050" baseline="0">
                          <a:ea typeface="+mj-ea"/>
                        </a:rPr>
                        <a:t>/12 </a:t>
                      </a:r>
                      <a:r>
                        <a:rPr lang="ja-JP" altLang="en-US" sz="1050" baseline="0">
                          <a:ea typeface="+mj-ea"/>
                        </a:rPr>
                        <a:t>か月 </a:t>
                      </a:r>
                      <a:r>
                        <a:rPr lang="en-US" altLang="ja-JP" sz="1050" baseline="0">
                          <a:ea typeface="+mj-ea"/>
                        </a:rPr>
                        <a:t>= 730 </a:t>
                      </a:r>
                      <a:r>
                        <a:rPr lang="ja-JP" altLang="en-US" sz="1050" baseline="0">
                          <a:ea typeface="+mj-ea"/>
                        </a:rPr>
                        <a:t>時間</a:t>
                      </a:r>
                      <a:r>
                        <a:rPr lang="en-US" altLang="ja-JP" sz="1050" baseline="0">
                          <a:ea typeface="+mj-ea"/>
                        </a:rPr>
                        <a:t>/</a:t>
                      </a:r>
                      <a:r>
                        <a:rPr lang="ja-JP" altLang="en-US" sz="1050" baseline="0">
                          <a:ea typeface="+mj-ea"/>
                        </a:rPr>
                        <a:t>月 あるとします</a:t>
                      </a:r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72343"/>
                  </a:ext>
                </a:extLst>
              </a:tr>
              <a:tr h="45366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ja-JP" altLang="en-US" sz="1200">
                          <a:effectLst/>
                        </a:rPr>
                        <a:t>ポート時間料金 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JP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0.057</a:t>
                      </a:r>
                      <a:r>
                        <a:rPr lang="en-US" sz="1200">
                          <a:effectLst/>
                        </a:rPr>
                        <a:t> USD/</a:t>
                      </a:r>
                      <a:r>
                        <a:rPr lang="ja-JP" altLang="en-US" sz="1200">
                          <a:effectLst/>
                        </a:rPr>
                        <a:t>時間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lang="en-JP" sz="1050" baseline="0">
                          <a:ea typeface="+mj-ea"/>
                        </a:rPr>
                        <a:t>ホスト型、ポート容量 100 Mbps、日本で試算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672028"/>
                  </a:ext>
                </a:extLst>
              </a:tr>
              <a:tr h="45366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baseline="0" err="1">
                          <a:effectLst/>
                          <a:latin typeface="+mj-ea"/>
                          <a:ea typeface="+mj-ea"/>
                        </a:rPr>
                        <a:t>ポート時間</a:t>
                      </a:r>
                      <a:r>
                        <a:rPr lang="ja-JP" altLang="en-US" sz="1200" b="1" baseline="0">
                          <a:effectLst/>
                          <a:latin typeface="+mj-ea"/>
                          <a:ea typeface="+mj-ea"/>
                        </a:rPr>
                        <a:t>料金の合計</a:t>
                      </a:r>
                      <a:endParaRPr lang="ja-JP" altLang="en-US" sz="1200" baseline="0">
                        <a:effectLst/>
                        <a:ea typeface="+mj-ea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baseline="0">
                          <a:effectLst/>
                          <a:latin typeface="+mj-ea"/>
                          <a:ea typeface="+mj-ea"/>
                        </a:rPr>
                        <a:t>166.44 USD/</a:t>
                      </a:r>
                      <a:r>
                        <a:rPr lang="ja-JP" altLang="en-US" sz="1200" b="1" baseline="0">
                          <a:effectLst/>
                          <a:latin typeface="+mj-ea"/>
                          <a:ea typeface="+mj-ea"/>
                        </a:rPr>
                        <a:t>月</a:t>
                      </a:r>
                      <a:endParaRPr lang="ja-JP" altLang="en-US" sz="1200" baseline="0">
                        <a:effectLst/>
                        <a:ea typeface="+mj-ea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lang="en-US" altLang="ja-JP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(2 </a:t>
                      </a:r>
                      <a:r>
                        <a:rPr lang="ja-JP" altLang="en-US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ロケーション </a:t>
                      </a:r>
                      <a:r>
                        <a:rPr lang="en-US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x 2 VIF/</a:t>
                      </a:r>
                      <a:r>
                        <a:rPr lang="ja-JP" altLang="en-US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ロケーション</a:t>
                      </a:r>
                      <a:r>
                        <a:rPr lang="en-US" altLang="ja-JP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) * 730 </a:t>
                      </a:r>
                      <a:r>
                        <a:rPr lang="ja-JP" altLang="en-US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時間 * </a:t>
                      </a:r>
                      <a:r>
                        <a:rPr lang="en-US" altLang="ja-JP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0.057 </a:t>
                      </a:r>
                      <a:r>
                        <a:rPr lang="en-US" sz="105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USD = 166.44 USD</a:t>
                      </a:r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523945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endParaRPr lang="en-JP" sz="1200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200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310762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en-JP" sz="1200" baseline="0">
                          <a:ea typeface="+mj-ea"/>
                        </a:rPr>
                        <a:t>データ転送量（AWSからの送信合計）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aseline="0">
                          <a:ea typeface="+mj-ea"/>
                        </a:rPr>
                        <a:t>500 GB + 500 GB = 1000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779668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en-US" sz="1200" b="0" i="0" kern="1200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日本間の</a:t>
                      </a:r>
                      <a:r>
                        <a:rPr lang="ja-JP" altLang="en-US" sz="12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データ転送レート</a:t>
                      </a:r>
                      <a:endParaRPr lang="en-JP" sz="1200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0.0410 USD</a:t>
                      </a:r>
                      <a:endParaRPr lang="en-JP" sz="1200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819950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en-JP" sz="1200" b="1" baseline="0">
                          <a:ea typeface="+mj-ea"/>
                        </a:rPr>
                        <a:t>データ転送料金合計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="1" baseline="0">
                          <a:ea typeface="+mj-ea"/>
                        </a:rPr>
                        <a:t>41.1 USD</a:t>
                      </a:r>
                      <a:r>
                        <a:rPr lang="en-US" sz="1200" b="1" kern="1200" baseline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ja-JP" altLang="en-US" sz="1200" b="1" kern="1200" baseline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月</a:t>
                      </a:r>
                      <a:endParaRPr lang="en-JP" sz="1200" b="1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050" baseline="0">
                          <a:ea typeface="+mj-ea"/>
                        </a:rPr>
                        <a:t>1000 GB * 0.0410 USD/GB = 41.1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47766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endParaRPr lang="en-JP" sz="1200" b="1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200" b="1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545003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Transit Gateway </a:t>
                      </a:r>
                      <a:r>
                        <a:rPr lang="ja-JP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のアタッチメントごとの料金</a:t>
                      </a:r>
                      <a:endParaRPr lang="en-JP" sz="1200" b="0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="0" baseline="0">
                          <a:ea typeface="+mj-ea"/>
                        </a:rPr>
                        <a:t>0.07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72253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en-JP" sz="1200" b="0" baseline="0">
                          <a:ea typeface="+mj-ea"/>
                        </a:rPr>
                        <a:t>アタッチメント数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="0" baseline="0">
                          <a:ea typeface="+mj-e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525912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ja-JP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処理データ </a:t>
                      </a:r>
                      <a:r>
                        <a:rPr lang="en-US" altLang="ja-JP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 </a:t>
                      </a:r>
                      <a:r>
                        <a:rPr lang="ja-JP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あたりの料金</a:t>
                      </a:r>
                      <a:endParaRPr lang="en-JP" sz="1200" b="0" baseline="0"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="0" baseline="0">
                          <a:ea typeface="+mj-ea"/>
                        </a:rPr>
                        <a:t>0.02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JP" sz="1050" baseline="0"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364498"/>
                  </a:ext>
                </a:extLst>
              </a:tr>
              <a:tr h="266861">
                <a:tc>
                  <a:txBody>
                    <a:bodyPr/>
                    <a:lstStyle/>
                    <a:p>
                      <a:r>
                        <a:rPr lang="en-JP" sz="1200" b="1" baseline="0">
                          <a:ea typeface="+mj-ea"/>
                        </a:rPr>
                        <a:t>Transit Gateway 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20.21</a:t>
                      </a:r>
                      <a:r>
                        <a:rPr lang="en-JP" sz="1200" b="1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USD</a:t>
                      </a:r>
                      <a:r>
                        <a:rPr lang="en-US" sz="1200" b="1" kern="1200" baseline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ja-JP" altLang="en-US" sz="1200" b="1" kern="1200" baseline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月</a:t>
                      </a:r>
                      <a:endParaRPr lang="ja-JP" alt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JP" sz="1050" baseline="0">
                          <a:ea typeface="+mj-ea"/>
                        </a:rPr>
                        <a:t>0.07 USD *3 アタッチメント</a:t>
                      </a:r>
                      <a:r>
                        <a:rPr lang="ja-JP" altLang="en-US" sz="1050" baseline="0">
                          <a:ea typeface="+mj-ea"/>
                        </a:rPr>
                        <a:t> </a:t>
                      </a:r>
                      <a:r>
                        <a:rPr lang="en-JP" sz="1050" baseline="0">
                          <a:ea typeface="+mj-ea"/>
                        </a:rPr>
                        <a:t>+</a:t>
                      </a:r>
                      <a:r>
                        <a:rPr lang="ja-JP" altLang="en-US" sz="1050" baseline="0">
                          <a:ea typeface="+mj-ea"/>
                        </a:rPr>
                        <a:t> </a:t>
                      </a:r>
                      <a:r>
                        <a:rPr lang="en-JP" sz="1050" baseline="0">
                          <a:ea typeface="+mj-ea"/>
                        </a:rPr>
                        <a:t>0.02 USD * 1000 GB = 20.21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848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JP" sz="1200" b="1" baseline="0">
                          <a:ea typeface="+mj-ea"/>
                        </a:rPr>
                        <a:t>Direct Connect + Transit Gateway 使用料金合計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200" b="1" baseline="0">
                          <a:ea typeface="+mj-ea"/>
                        </a:rPr>
                        <a:t>227.75 USD/月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050" baseline="0">
                          <a:ea typeface="+mj-ea"/>
                        </a:rPr>
                        <a:t>166.44 + 41.1 + 20.21 = 227.75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772537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02BC38-4761-6DC5-31E5-B063DB826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0E2CE-105F-5374-7940-52CA5AC72144}"/>
              </a:ext>
            </a:extLst>
          </p:cNvPr>
          <p:cNvSpPr txBox="1"/>
          <p:nvPr/>
        </p:nvSpPr>
        <p:spPr>
          <a:xfrm>
            <a:off x="9305699" y="6497664"/>
            <a:ext cx="2551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b="1"/>
              <a:t>合計</a:t>
            </a:r>
            <a:r>
              <a:rPr lang="ja-JP" altLang="en-US" b="1"/>
              <a:t>　</a:t>
            </a:r>
            <a:r>
              <a:rPr lang="en-JP" sz="1800" b="1" baseline="0">
                <a:ea typeface="+mj-ea"/>
              </a:rPr>
              <a:t>227.75 USD/月</a:t>
            </a:r>
          </a:p>
        </p:txBody>
      </p:sp>
    </p:spTree>
    <p:extLst>
      <p:ext uri="{BB962C8B-B14F-4D97-AF65-F5344CB8AC3E}">
        <p14:creationId xmlns:p14="http://schemas.microsoft.com/office/powerpoint/2010/main" val="77818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3288-6224-566D-C119-3BEEC4EC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A8809-69B4-A222-BE71-E65ECAD0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概算見積もり</a:t>
            </a:r>
            <a:r>
              <a:rPr kumimoji="1" lang="en-US" altLang="ja-JP" dirty="0"/>
              <a:t>  ~</a:t>
            </a:r>
            <a:r>
              <a:rPr kumimoji="1" lang="ja-JP" altLang="en-US"/>
              <a:t>活用編</a:t>
            </a:r>
            <a:r>
              <a:rPr kumimoji="1" lang="en-US" altLang="ja-JP" dirty="0"/>
              <a:t>~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8FC3540-0998-C8DE-6F76-7EA2874C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3246-BBCE-4F0A-BCDC-08FC4C52637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30EC86-DFD3-44EF-671D-5D3DC99CBC6D}"/>
              </a:ext>
            </a:extLst>
          </p:cNvPr>
          <p:cNvSpPr txBox="1"/>
          <p:nvPr/>
        </p:nvSpPr>
        <p:spPr>
          <a:xfrm>
            <a:off x="5749958" y="6423794"/>
            <a:ext cx="60991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/>
              <a:t>[Pricing Calculator]</a:t>
            </a:r>
          </a:p>
          <a:p>
            <a:r>
              <a:rPr lang="ja-JP" altLang="en-US" sz="1100">
                <a:hlinkClick r:id="rId3"/>
              </a:rPr>
              <a:t>https://calculator.aws/#/estimate?id=f350dbe66e9a8006d7876a8849f9eb67f3c47119</a:t>
            </a:r>
            <a:endParaRPr lang="en-US" altLang="ja-JP" sz="1100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C5E7AEC0-A77B-B7AF-E374-9076B3798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580192"/>
              </p:ext>
            </p:extLst>
          </p:nvPr>
        </p:nvGraphicFramePr>
        <p:xfrm>
          <a:off x="425038" y="2141090"/>
          <a:ext cx="10981397" cy="3962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51416">
                  <a:extLst>
                    <a:ext uri="{9D8B030D-6E8A-4147-A177-3AD203B41FA5}">
                      <a16:colId xmlns:a16="http://schemas.microsoft.com/office/drawing/2014/main" val="4058807649"/>
                    </a:ext>
                  </a:extLst>
                </a:gridCol>
                <a:gridCol w="1093509">
                  <a:extLst>
                    <a:ext uri="{9D8B030D-6E8A-4147-A177-3AD203B41FA5}">
                      <a16:colId xmlns:a16="http://schemas.microsoft.com/office/drawing/2014/main" val="710158101"/>
                    </a:ext>
                  </a:extLst>
                </a:gridCol>
                <a:gridCol w="848412">
                  <a:extLst>
                    <a:ext uri="{9D8B030D-6E8A-4147-A177-3AD203B41FA5}">
                      <a16:colId xmlns:a16="http://schemas.microsoft.com/office/drawing/2014/main" val="1996886080"/>
                    </a:ext>
                  </a:extLst>
                </a:gridCol>
                <a:gridCol w="1081747">
                  <a:extLst>
                    <a:ext uri="{9D8B030D-6E8A-4147-A177-3AD203B41FA5}">
                      <a16:colId xmlns:a16="http://schemas.microsoft.com/office/drawing/2014/main" val="567208970"/>
                    </a:ext>
                  </a:extLst>
                </a:gridCol>
                <a:gridCol w="737626">
                  <a:extLst>
                    <a:ext uri="{9D8B030D-6E8A-4147-A177-3AD203B41FA5}">
                      <a16:colId xmlns:a16="http://schemas.microsoft.com/office/drawing/2014/main" val="3473184881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287443726"/>
                    </a:ext>
                  </a:extLst>
                </a:gridCol>
                <a:gridCol w="2573520">
                  <a:extLst>
                    <a:ext uri="{9D8B030D-6E8A-4147-A177-3AD203B41FA5}">
                      <a16:colId xmlns:a16="http://schemas.microsoft.com/office/drawing/2014/main" val="1440997993"/>
                    </a:ext>
                  </a:extLst>
                </a:gridCol>
              </a:tblGrid>
              <a:tr h="309226">
                <a:tc>
                  <a:txBody>
                    <a:bodyPr/>
                    <a:lstStyle/>
                    <a:p>
                      <a:r>
                        <a:rPr kumimoji="1" lang="ja-JP" altLang="en-US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単価</a:t>
                      </a:r>
                      <a:r>
                        <a:rPr kumimoji="1" lang="en-US" altLang="ja-JP" dirty="0"/>
                        <a:t>($)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個数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合計</a:t>
                      </a:r>
                      <a:r>
                        <a:rPr kumimoji="1" lang="en-US" altLang="ja-JP" dirty="0"/>
                        <a:t>($)/</a:t>
                      </a:r>
                      <a:r>
                        <a:rPr kumimoji="1" lang="ja-JP" altLang="en-US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補足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667373"/>
                  </a:ext>
                </a:extLst>
              </a:tr>
              <a:tr h="541146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キャパシティプールストレージ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0.00833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GB/</a:t>
                      </a:r>
                      <a:r>
                        <a:rPr kumimoji="1" lang="ja-JP" altLang="en-US" sz="140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340,000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5664.4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単価は</a:t>
                      </a:r>
                      <a:r>
                        <a:rPr kumimoji="1" lang="en-US" altLang="ja-JP" sz="1100" dirty="0"/>
                        <a:t>65%</a:t>
                      </a:r>
                      <a:r>
                        <a:rPr kumimoji="1" lang="ja-JP" altLang="en-US" sz="1100"/>
                        <a:t>圧縮前提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766444"/>
                  </a:ext>
                </a:extLst>
              </a:tr>
              <a:tr h="309226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SSD</a:t>
                      </a:r>
                      <a:r>
                        <a:rPr kumimoji="1" lang="ja-JP" altLang="en-US"/>
                        <a:t>ストレージ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0.0525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GB/</a:t>
                      </a:r>
                      <a:r>
                        <a:rPr kumimoji="1" lang="ja-JP" altLang="en-US" sz="140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60,000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6300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単価は</a:t>
                      </a:r>
                      <a:r>
                        <a:rPr kumimoji="1" lang="en-US" altLang="ja-JP" sz="1100" dirty="0"/>
                        <a:t>65%</a:t>
                      </a:r>
                      <a:r>
                        <a:rPr kumimoji="1" lang="ja-JP" altLang="en-US" sz="1100"/>
                        <a:t>圧縮前提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546538"/>
                  </a:ext>
                </a:extLst>
              </a:tr>
              <a:tr h="309226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バックアップストレージ</a:t>
                      </a:r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0.0175</a:t>
                      </a:r>
                      <a:endParaRPr kumimoji="1" lang="ja-JP" altLang="en-US" sz="1400"/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GB/</a:t>
                      </a:r>
                      <a:r>
                        <a:rPr kumimoji="1" lang="ja-JP" altLang="en-US" sz="1400"/>
                        <a:t>月</a:t>
                      </a:r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400,000</a:t>
                      </a:r>
                      <a:endParaRPr kumimoji="1" lang="ja-JP" altLang="en-US" sz="1400"/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/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14000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単価は</a:t>
                      </a:r>
                      <a:r>
                        <a:rPr kumimoji="1" lang="en-US" altLang="ja-JP" sz="1100" dirty="0"/>
                        <a:t>65%</a:t>
                      </a:r>
                      <a:r>
                        <a:rPr kumimoji="1" lang="ja-JP" altLang="en-US" sz="1100"/>
                        <a:t>圧縮前提</a:t>
                      </a:r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44684"/>
                  </a:ext>
                </a:extLst>
              </a:tr>
              <a:tr h="43807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スループットキャパシティ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0.906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MBps</a:t>
                      </a:r>
                      <a:r>
                        <a:rPr kumimoji="1" lang="en-US" altLang="ja-JP" sz="1400" dirty="0"/>
                        <a:t>/</a:t>
                      </a:r>
                      <a:r>
                        <a:rPr kumimoji="1" lang="ja-JP" altLang="en-US" sz="140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128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231.936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422583"/>
                  </a:ext>
                </a:extLst>
              </a:tr>
              <a:tr h="541146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Capacity Pool read </a:t>
                      </a:r>
                      <a:r>
                        <a:rPr kumimoji="1" lang="ja-JP" altLang="en-US"/>
                        <a:t>リクエスト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0.00037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1000</a:t>
                      </a:r>
                      <a:r>
                        <a:rPr kumimoji="1" lang="ja-JP" altLang="en-US" sz="1400"/>
                        <a:t>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10,000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7.4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リクエスト数を正確に求めるのは難しいので仮置き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259724"/>
                  </a:ext>
                </a:extLst>
              </a:tr>
              <a:tr h="541146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Capacity Pool write </a:t>
                      </a:r>
                      <a:r>
                        <a:rPr kumimoji="1" lang="ja-JP" altLang="en-US"/>
                        <a:t>リクエスト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0.0047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1000</a:t>
                      </a:r>
                      <a:r>
                        <a:rPr kumimoji="1" lang="ja-JP" altLang="en-US" sz="1400"/>
                        <a:t>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10,000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リクエスト数を正確に求めるのは難しいので仮置き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996959"/>
                  </a:ext>
                </a:extLst>
              </a:tr>
              <a:tr h="360764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DR</a:t>
                      </a:r>
                      <a:r>
                        <a:rPr kumimoji="1" lang="ja-JP" altLang="en-US"/>
                        <a:t>環境へのデータ通信コスト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0.01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GB/</a:t>
                      </a:r>
                      <a:r>
                        <a:rPr kumimoji="1" lang="ja-JP" altLang="en-US" sz="140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30,000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游ゴシック" panose="020B0400000000000000" pitchFamily="34" charset="-128"/>
                        </a:rPr>
                        <a:t>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別</a:t>
                      </a:r>
                      <a:r>
                        <a:rPr kumimoji="1" lang="en-US" altLang="ja-JP" sz="1100" dirty="0"/>
                        <a:t>AZ</a:t>
                      </a:r>
                      <a:r>
                        <a:rPr kumimoji="1" lang="ja-JP" altLang="en-US" sz="1100"/>
                        <a:t>への通信は</a:t>
                      </a:r>
                      <a:r>
                        <a:rPr kumimoji="1" lang="en-US" altLang="ja-JP" sz="1100" dirty="0"/>
                        <a:t>outbound</a:t>
                      </a:r>
                      <a:r>
                        <a:rPr kumimoji="1" lang="ja-JP" altLang="en-US" sz="1100"/>
                        <a:t>方向に</a:t>
                      </a:r>
                      <a:r>
                        <a:rPr kumimoji="1" lang="en-US" altLang="ja-JP" sz="1100" dirty="0"/>
                        <a:t>0.01GB/</a:t>
                      </a:r>
                      <a:r>
                        <a:rPr kumimoji="1" lang="ja-JP" altLang="en-US" sz="1100"/>
                        <a:t>月</a:t>
                      </a:r>
                      <a:r>
                        <a:rPr kumimoji="1" lang="en-US" altLang="ja-JP" sz="1100" dirty="0"/>
                        <a:t> ※</a:t>
                      </a:r>
                      <a:r>
                        <a:rPr kumimoji="1" lang="ja-JP" altLang="en-US" sz="1100"/>
                        <a:t>リージョンは</a:t>
                      </a:r>
                      <a:r>
                        <a:rPr kumimoji="1" lang="en-US" altLang="ja-JP" sz="1100" dirty="0"/>
                        <a:t>0.09GB/</a:t>
                      </a:r>
                      <a:r>
                        <a:rPr kumimoji="1" lang="ja-JP" altLang="en-US" sz="1100"/>
                        <a:t>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068398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AA18062-4CB5-22C3-4BD0-487AEA3CD053}"/>
              </a:ext>
            </a:extLst>
          </p:cNvPr>
          <p:cNvSpPr txBox="1"/>
          <p:nvPr/>
        </p:nvSpPr>
        <p:spPr>
          <a:xfrm>
            <a:off x="7017911" y="6061454"/>
            <a:ext cx="4191853" cy="50013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kumimoji="1" lang="ja-JP" altLang="en-US" sz="1600"/>
              <a:t>合計：</a:t>
            </a:r>
            <a:r>
              <a:rPr kumimoji="1" lang="en-US" altLang="ja-JP" sz="1600" dirty="0">
                <a:solidFill>
                  <a:schemeClr val="accent2"/>
                </a:solidFill>
              </a:rPr>
              <a:t>$12,600/</a:t>
            </a:r>
            <a:r>
              <a:rPr kumimoji="1" lang="ja-JP" altLang="en-US" sz="1600">
                <a:solidFill>
                  <a:schemeClr val="accent2"/>
                </a:solidFill>
              </a:rPr>
              <a:t>月</a:t>
            </a:r>
            <a:r>
              <a:rPr kumimoji="1" lang="en-US" altLang="ja-JP" sz="1600" dirty="0">
                <a:solidFill>
                  <a:schemeClr val="accent2"/>
                </a:solidFill>
              </a:rPr>
              <a:t>(¥1,890,000/</a:t>
            </a:r>
            <a:r>
              <a:rPr kumimoji="1" lang="ja-JP" altLang="en-US" sz="1600">
                <a:solidFill>
                  <a:schemeClr val="accent2"/>
                </a:solidFill>
              </a:rPr>
              <a:t>月</a:t>
            </a:r>
            <a:r>
              <a:rPr kumimoji="1" lang="en-US" altLang="ja-JP" sz="1600" dirty="0">
                <a:solidFill>
                  <a:schemeClr val="accent2"/>
                </a:solidFill>
              </a:rPr>
              <a:t>) </a:t>
            </a:r>
            <a:r>
              <a:rPr kumimoji="1" lang="en-US" altLang="ja-JP" sz="1050" dirty="0"/>
              <a:t>※$1=¥150</a:t>
            </a:r>
            <a:r>
              <a:rPr kumimoji="1" lang="ja-JP" altLang="en-US" sz="1050"/>
              <a:t>換算</a:t>
            </a:r>
            <a:endParaRPr kumimoji="1" lang="en-US" altLang="ja-JP" sz="1050" dirty="0"/>
          </a:p>
          <a:p>
            <a:pPr algn="r"/>
            <a:r>
              <a:rPr kumimoji="1" lang="ja-JP" altLang="en-US" sz="1050"/>
              <a:t>　　　　　　　</a:t>
            </a:r>
            <a:r>
              <a:rPr kumimoji="1" lang="en-US" altLang="ja-JP" sz="1050" dirty="0"/>
              <a:t>※ENEOS</a:t>
            </a:r>
            <a:r>
              <a:rPr kumimoji="1" lang="ja-JP" altLang="en-US" sz="1050"/>
              <a:t>さまの包括契約によりここから</a:t>
            </a:r>
            <a:r>
              <a:rPr kumimoji="1" lang="en-US" altLang="ja-JP" sz="1050" dirty="0"/>
              <a:t>15%</a:t>
            </a:r>
            <a:r>
              <a:rPr kumimoji="1" lang="ja-JP" altLang="en-US" sz="1050"/>
              <a:t>オフで利用可能</a:t>
            </a:r>
            <a:endParaRPr kumimoji="1" lang="ja-JP" altLang="en-US" sz="1600" dirty="0" err="1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56E06F-5CAD-811B-6DE2-EE76A42D691F}"/>
              </a:ext>
            </a:extLst>
          </p:cNvPr>
          <p:cNvSpPr txBox="1"/>
          <p:nvPr/>
        </p:nvSpPr>
        <p:spPr>
          <a:xfrm>
            <a:off x="425038" y="1067032"/>
            <a:ext cx="11249726" cy="107721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kumimoji="1" lang="en-US" altLang="ja-JP" sz="1600" dirty="0"/>
              <a:t>[</a:t>
            </a:r>
            <a:r>
              <a:rPr kumimoji="1" lang="ja-JP" altLang="en-US" sz="1600"/>
              <a:t>見積もり前提</a:t>
            </a:r>
            <a:r>
              <a:rPr kumimoji="1" lang="en-US" altLang="ja-JP" sz="1600" dirty="0"/>
              <a:t>]</a:t>
            </a:r>
          </a:p>
          <a:p>
            <a:r>
              <a:rPr kumimoji="1" lang="ja-JP" altLang="en-US" sz="1600"/>
              <a:t>・</a:t>
            </a:r>
            <a:r>
              <a:rPr kumimoji="1" lang="ja-JP" altLang="en-US" sz="1600">
                <a:solidFill>
                  <a:schemeClr val="accent2"/>
                </a:solidFill>
              </a:rPr>
              <a:t>シングル</a:t>
            </a:r>
            <a:r>
              <a:rPr kumimoji="1" lang="en-US" altLang="ja-JP" sz="1600" dirty="0">
                <a:solidFill>
                  <a:schemeClr val="accent2"/>
                </a:solidFill>
              </a:rPr>
              <a:t>AZ</a:t>
            </a:r>
            <a:r>
              <a:rPr kumimoji="1" lang="ja-JP" altLang="en-US" sz="1600">
                <a:solidFill>
                  <a:schemeClr val="accent2"/>
                </a:solidFill>
              </a:rPr>
              <a:t>構成を</a:t>
            </a:r>
            <a:r>
              <a:rPr kumimoji="1" lang="en-US" altLang="ja-JP" sz="1600" dirty="0">
                <a:solidFill>
                  <a:schemeClr val="accent2"/>
                </a:solidFill>
              </a:rPr>
              <a:t>2</a:t>
            </a:r>
            <a:r>
              <a:rPr kumimoji="1" lang="ja-JP" altLang="en-US" sz="1600">
                <a:solidFill>
                  <a:schemeClr val="accent2"/>
                </a:solidFill>
              </a:rPr>
              <a:t>つ</a:t>
            </a:r>
            <a:r>
              <a:rPr kumimoji="1" lang="ja-JP" altLang="en-US" sz="1600"/>
              <a:t>構築し、</a:t>
            </a:r>
            <a:r>
              <a:rPr kumimoji="1" lang="en-US" altLang="ja-JP" sz="1600" dirty="0" err="1"/>
              <a:t>SnapMirror</a:t>
            </a:r>
            <a:r>
              <a:rPr kumimoji="1" lang="ja-JP" altLang="en-US" sz="1600"/>
              <a:t>でデータコピーする構成</a:t>
            </a:r>
            <a:r>
              <a:rPr kumimoji="1" lang="en-US" altLang="ja-JP" sz="1600" dirty="0"/>
              <a:t>(</a:t>
            </a:r>
            <a:r>
              <a:rPr kumimoji="1" lang="ja-JP" altLang="en-US" sz="1600"/>
              <a:t>総データ量</a:t>
            </a:r>
            <a:r>
              <a:rPr kumimoji="1" lang="en-US" altLang="ja-JP" sz="1600" dirty="0">
                <a:solidFill>
                  <a:schemeClr val="accent2"/>
                </a:solidFill>
              </a:rPr>
              <a:t>400TB</a:t>
            </a:r>
            <a:r>
              <a:rPr kumimoji="1" lang="en-US" altLang="ja-JP" sz="1600" dirty="0"/>
              <a:t>)</a:t>
            </a:r>
          </a:p>
          <a:p>
            <a:r>
              <a:rPr kumimoji="1" lang="ja-JP" altLang="en-US" sz="1600"/>
              <a:t>・</a:t>
            </a:r>
            <a:r>
              <a:rPr kumimoji="1" lang="en-US" altLang="ja-JP" sz="1600" dirty="0"/>
              <a:t>(</a:t>
            </a:r>
            <a:r>
              <a:rPr kumimoji="1" lang="ja-JP" altLang="en-US" sz="1600"/>
              <a:t>一般的な数値である</a:t>
            </a:r>
            <a:r>
              <a:rPr kumimoji="1" lang="en-US" altLang="ja-JP" sz="1600" dirty="0"/>
              <a:t>)</a:t>
            </a:r>
            <a:r>
              <a:rPr kumimoji="1" lang="en-US" altLang="ja-JP" sz="1600" dirty="0">
                <a:solidFill>
                  <a:schemeClr val="accent2"/>
                </a:solidFill>
              </a:rPr>
              <a:t>15%</a:t>
            </a:r>
            <a:r>
              <a:rPr kumimoji="1" lang="ja-JP" altLang="en-US" sz="1600"/>
              <a:t>の</a:t>
            </a:r>
            <a:r>
              <a:rPr kumimoji="1" lang="en-US" altLang="ja-JP" sz="1600" dirty="0"/>
              <a:t>SSD</a:t>
            </a:r>
            <a:r>
              <a:rPr kumimoji="1" lang="ja-JP" altLang="en-US" sz="1600"/>
              <a:t>ストレージ活用、</a:t>
            </a:r>
            <a:r>
              <a:rPr kumimoji="1" lang="en-US" altLang="ja-JP" sz="1600" dirty="0">
                <a:solidFill>
                  <a:schemeClr val="accent2"/>
                </a:solidFill>
              </a:rPr>
              <a:t>65%</a:t>
            </a:r>
            <a:r>
              <a:rPr kumimoji="1" lang="ja-JP" altLang="en-US" sz="1600"/>
              <a:t>のデータ圧縮を実施した前提</a:t>
            </a:r>
            <a:endParaRPr kumimoji="1" lang="en-US" altLang="ja-JP" sz="1600" dirty="0"/>
          </a:p>
          <a:p>
            <a:r>
              <a:rPr kumimoji="1" lang="ja-JP" altLang="en-US" sz="1600"/>
              <a:t>・</a:t>
            </a:r>
            <a:r>
              <a:rPr kumimoji="1" lang="ja-JP" altLang="en-US" sz="1600">
                <a:solidFill>
                  <a:schemeClr val="accent2"/>
                </a:solidFill>
              </a:rPr>
              <a:t>バックアップストレージ</a:t>
            </a:r>
            <a:r>
              <a:rPr kumimoji="1" lang="ja-JP" altLang="en-US" sz="1600"/>
              <a:t>については、</a:t>
            </a:r>
            <a:r>
              <a:rPr kumimoji="1" lang="en-US" altLang="ja-JP" sz="1600" dirty="0"/>
              <a:t>DR</a:t>
            </a:r>
            <a:r>
              <a:rPr kumimoji="1" lang="ja-JP" altLang="en-US" sz="1600"/>
              <a:t>環境を持つことから</a:t>
            </a:r>
            <a:r>
              <a:rPr kumimoji="1" lang="ja-JP" altLang="en-US" sz="1600">
                <a:solidFill>
                  <a:schemeClr val="accent2"/>
                </a:solidFill>
              </a:rPr>
              <a:t>総額には含めない</a:t>
            </a:r>
            <a:endParaRPr kumimoji="1" lang="ja-JP" altLang="en-US" sz="1600" dirty="0" err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89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1B7E-922D-A282-84CF-A5714805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6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E3D8-C272-20FE-AE4A-491B02B8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タイトル 13">
            <a:extLst>
              <a:ext uri="{FF2B5EF4-FFF2-40B4-BE49-F238E27FC236}">
                <a16:creationId xmlns:a16="http://schemas.microsoft.com/office/drawing/2014/main" id="{5DF9D38B-EE29-4DBC-67DF-82754580F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246" y="3418321"/>
            <a:ext cx="10533654" cy="923330"/>
          </a:xfrm>
        </p:spPr>
        <p:txBody>
          <a:bodyPr/>
          <a:lstStyle/>
          <a:p>
            <a:r>
              <a:rPr lang="ja-JP" altLang="en-US" b="1"/>
              <a:t>タイトル</a:t>
            </a:r>
          </a:p>
        </p:txBody>
      </p:sp>
      <p:sp>
        <p:nvSpPr>
          <p:cNvPr id="2" name="字幕 1">
            <a:extLst>
              <a:ext uri="{FF2B5EF4-FFF2-40B4-BE49-F238E27FC236}">
                <a16:creationId xmlns:a16="http://schemas.microsoft.com/office/drawing/2014/main" id="{1DB796E3-5514-09F3-FA71-CE4C3F92A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7" y="4366830"/>
            <a:ext cx="10048877" cy="58477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0" name="テキスト プレースホルダー 29">
            <a:extLst>
              <a:ext uri="{FF2B5EF4-FFF2-40B4-BE49-F238E27FC236}">
                <a16:creationId xmlns:a16="http://schemas.microsoft.com/office/drawing/2014/main" id="{9D85BF44-B4B0-B9C1-48AA-39C39C80FF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8" y="5261981"/>
            <a:ext cx="7962902" cy="400110"/>
          </a:xfrm>
        </p:spPr>
        <p:txBody>
          <a:bodyPr/>
          <a:lstStyle/>
          <a:p>
            <a:r>
              <a:rPr lang="ja-JP" altLang="en-US"/>
              <a:t>名前もしくは部署名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7D1D86-98EE-AF04-92B1-29F3CA2163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ACE105FD-5A37-AF2F-849E-D5E2C04904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5674769"/>
            <a:ext cx="3797302" cy="338554"/>
          </a:xfrm>
        </p:spPr>
        <p:txBody>
          <a:bodyPr/>
          <a:lstStyle/>
          <a:p>
            <a:r>
              <a:rPr lang="ja-JP" altLang="en-US"/>
              <a:t>日付など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ED8B94-5560-C514-E8AA-E7EA3BF89A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4824" y="1423988"/>
            <a:ext cx="8296276" cy="523220"/>
          </a:xfrm>
        </p:spPr>
        <p:txBody>
          <a:bodyPr/>
          <a:lstStyle/>
          <a:p>
            <a:r>
              <a:rPr lang="ja-JP" altLang="en-US"/>
              <a:t>お客様　御中</a:t>
            </a:r>
          </a:p>
        </p:txBody>
      </p:sp>
    </p:spTree>
    <p:extLst>
      <p:ext uri="{BB962C8B-B14F-4D97-AF65-F5344CB8AC3E}">
        <p14:creationId xmlns:p14="http://schemas.microsoft.com/office/powerpoint/2010/main" val="72063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038F77-6A04-9939-4710-3A802CF039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76363"/>
            <a:ext cx="11247438" cy="2554545"/>
          </a:xfrm>
        </p:spPr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箇条書き１</a:t>
            </a:r>
            <a:endParaRPr kumimoji="1" lang="en-US" altLang="ja-JP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箇条書き２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箇条書き３</a:t>
            </a:r>
            <a:endParaRPr kumimoji="1" lang="en-US" altLang="ja-JP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箇条書き４</a:t>
            </a:r>
            <a:endParaRPr kumimoji="1" lang="en-US" altLang="ja-JP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箇条書き５</a:t>
            </a:r>
            <a:endParaRPr kumimoji="1" lang="en-US" altLang="ja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3C20F6-64E9-7ACC-14A5-A5D2EC65CF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CA5938-D9BF-511D-3EEA-1BD0E6D6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アジェンダ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4973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D3138425-B9FB-964D-7E75-2DE601E5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18036"/>
            <a:ext cx="9934575" cy="1421928"/>
          </a:xfrm>
        </p:spPr>
        <p:txBody>
          <a:bodyPr/>
          <a:lstStyle/>
          <a:p>
            <a:r>
              <a:rPr lang="ja-JP" altLang="en-US" b="1"/>
              <a:t>セクション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61CA09-003C-CF28-E5FF-919C25C3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55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878C2D-72C4-EEB1-AE11-655C9CA7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9791700" cy="1421928"/>
          </a:xfrm>
        </p:spPr>
        <p:txBody>
          <a:bodyPr/>
          <a:lstStyle/>
          <a:p>
            <a:r>
              <a:rPr kumimoji="1" lang="ja-JP" altLang="en-US"/>
              <a:t>サブセクション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C12E8C-B8C5-C714-1952-3AA39A17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84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BB02-584F-07F6-D5E9-5848EE41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418A3D-8715-70A2-8D4D-EA68083A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1637A41-D4BC-7D2F-26C9-04B66CF8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通常レイアウト</a:t>
            </a:r>
          </a:p>
        </p:txBody>
      </p:sp>
    </p:spTree>
    <p:extLst>
      <p:ext uri="{BB962C8B-B14F-4D97-AF65-F5344CB8AC3E}">
        <p14:creationId xmlns:p14="http://schemas.microsoft.com/office/powerpoint/2010/main" val="259191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11C0-DE3C-F977-CAE5-C6970BD36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F29A15-CB04-AE1E-E3F8-11C0E618C7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25AE4D5-6AF3-BABB-500B-1C04CBA9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通常レイアウト</a:t>
            </a:r>
          </a:p>
        </p:txBody>
      </p:sp>
    </p:spTree>
    <p:extLst>
      <p:ext uri="{BB962C8B-B14F-4D97-AF65-F5344CB8AC3E}">
        <p14:creationId xmlns:p14="http://schemas.microsoft.com/office/powerpoint/2010/main" val="355379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Test">
      <a:majorFont>
        <a:latin typeface="Amazon Ember"/>
        <a:ea typeface="Meiryo"/>
        <a:cs typeface=""/>
      </a:majorFont>
      <a:minorFont>
        <a:latin typeface="Amazon Ember"/>
        <a:ea typeface="Meiry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6_template" id="{45D810A4-D734-4141-89D1-6FC5CC18AB06}" vid="{70E770B9-7C5F-8141-8FDC-028CB77F5FBD}"/>
    </a:ext>
  </a:extLst>
</a:theme>
</file>

<file path=ppt/theme/theme2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6_template" id="{45D810A4-D734-4141-89D1-6FC5CC18AB06}" vid="{14E326ED-9DE5-1E48-B29A-976F71EC668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WS 2024">
    <a:dk1>
      <a:srgbClr val="000000"/>
    </a:dk1>
    <a:lt1>
      <a:srgbClr val="FFFFFF"/>
    </a:lt1>
    <a:dk2>
      <a:srgbClr val="161D26"/>
    </a:dk2>
    <a:lt2>
      <a:srgbClr val="F3F3F7"/>
    </a:lt2>
    <a:accent1>
      <a:srgbClr val="41B3FF"/>
    </a:accent1>
    <a:accent2>
      <a:srgbClr val="AD5CFF"/>
    </a:accent2>
    <a:accent3>
      <a:srgbClr val="00E500"/>
    </a:accent3>
    <a:accent4>
      <a:srgbClr val="FF5C85"/>
    </a:accent4>
    <a:accent5>
      <a:srgbClr val="FF693C"/>
    </a:accent5>
    <a:accent6>
      <a:srgbClr val="FBD332"/>
    </a:accent6>
    <a:hlink>
      <a:srgbClr val="41B1E8"/>
    </a:hlink>
    <a:folHlink>
      <a:srgbClr val="41B1E8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22</TotalTime>
  <Words>526</Words>
  <Application>Microsoft Macintosh PowerPoint</Application>
  <PresentationFormat>ワイド画面</PresentationFormat>
  <Paragraphs>145</Paragraphs>
  <Slides>15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15</vt:i4>
      </vt:variant>
    </vt:vector>
  </HeadingPairs>
  <TitlesOfParts>
    <vt:vector size="22" baseType="lpstr">
      <vt:lpstr>Amazon Ember</vt:lpstr>
      <vt:lpstr>Amazon Ember Display</vt:lpstr>
      <vt:lpstr>Amazon Ember Mono</vt:lpstr>
      <vt:lpstr>Arial</vt:lpstr>
      <vt:lpstr>Calibri</vt:lpstr>
      <vt:lpstr>AWS Confidential Light</vt:lpstr>
      <vt:lpstr>AWS Confidential Dark</vt:lpstr>
      <vt:lpstr>タイトル</vt:lpstr>
      <vt:lpstr>アジェンダ</vt:lpstr>
      <vt:lpstr>セクション</vt:lpstr>
      <vt:lpstr>サブセクション</vt:lpstr>
      <vt:lpstr>通常レイアウト</vt:lpstr>
      <vt:lpstr>料金試算</vt:lpstr>
      <vt:lpstr>概算見積もり  ~活用編~</vt:lpstr>
      <vt:lpstr>PowerPoint プレゼンテーション</vt:lpstr>
      <vt:lpstr>タイトル</vt:lpstr>
      <vt:lpstr>アジェンダ</vt:lpstr>
      <vt:lpstr>セクション</vt:lpstr>
      <vt:lpstr>サブセクション</vt:lpstr>
      <vt:lpstr>通常レイアウト</vt:lpstr>
      <vt:lpstr>PowerPoint プレゼンテーション</vt:lpstr>
      <vt:lpstr>通常レイアウト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KATAOKA, SHOTARO</dc:creator>
  <cp:lastModifiedBy>KATAOKA, SHOTARO</cp:lastModifiedBy>
  <cp:revision>17</cp:revision>
  <dcterms:created xsi:type="dcterms:W3CDTF">2026-02-02T06:24:52Z</dcterms:created>
  <dcterms:modified xsi:type="dcterms:W3CDTF">2026-02-09T04:47:50Z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2025-06-21T08:09:16Z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88fcc503-8b67-4ee4-8c9b-a2d548a38f7e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